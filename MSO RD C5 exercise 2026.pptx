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5"/>
  </p:sldMasterIdLst>
  <p:notesMasterIdLst>
    <p:notesMasterId r:id="rId11"/>
  </p:notesMasterIdLst>
  <p:sldIdLst>
    <p:sldId id="307" r:id="rId6"/>
    <p:sldId id="412" r:id="rId7"/>
    <p:sldId id="413" r:id="rId8"/>
    <p:sldId id="414" r:id="rId9"/>
    <p:sldId id="41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2" d="100"/>
          <a:sy n="72" d="100"/>
        </p:scale>
        <p:origin x="855"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xane desmicht" userId="ac1d6fb7a88f37a7" providerId="LiveId" clId="{93753085-ACB4-4C39-BA21-C7E5BA9510B2}"/>
    <pc:docChg chg="custSel addSld modSld">
      <pc:chgData name="roxane desmicht" userId="ac1d6fb7a88f37a7" providerId="LiveId" clId="{93753085-ACB4-4C39-BA21-C7E5BA9510B2}" dt="2026-05-19T02:41:44.874" v="129" actId="20577"/>
      <pc:docMkLst>
        <pc:docMk/>
      </pc:docMkLst>
      <pc:sldChg chg="addSp delSp modSp mod">
        <pc:chgData name="roxane desmicht" userId="ac1d6fb7a88f37a7" providerId="LiveId" clId="{93753085-ACB4-4C39-BA21-C7E5BA9510B2}" dt="2026-05-19T02:41:44.874" v="129" actId="20577"/>
        <pc:sldMkLst>
          <pc:docMk/>
          <pc:sldMk cId="4109959839" sldId="414"/>
        </pc:sldMkLst>
        <pc:spChg chg="mod">
          <ac:chgData name="roxane desmicht" userId="ac1d6fb7a88f37a7" providerId="LiveId" clId="{93753085-ACB4-4C39-BA21-C7E5BA9510B2}" dt="2026-05-19T02:27:28.881" v="15" actId="20577"/>
          <ac:spMkLst>
            <pc:docMk/>
            <pc:sldMk cId="4109959839" sldId="414"/>
            <ac:spMk id="2" creationId="{F1B41CF1-2305-3D2A-D243-5E75FCA1E07A}"/>
          </ac:spMkLst>
        </pc:spChg>
        <pc:spChg chg="del">
          <ac:chgData name="roxane desmicht" userId="ac1d6fb7a88f37a7" providerId="LiveId" clId="{93753085-ACB4-4C39-BA21-C7E5BA9510B2}" dt="2026-05-19T02:26:44.734" v="0" actId="478"/>
          <ac:spMkLst>
            <pc:docMk/>
            <pc:sldMk cId="4109959839" sldId="414"/>
            <ac:spMk id="4" creationId="{E7D95594-27C1-035E-DE85-2B7C18FF92D6}"/>
          </ac:spMkLst>
        </pc:spChg>
        <pc:spChg chg="add mod">
          <ac:chgData name="roxane desmicht" userId="ac1d6fb7a88f37a7" providerId="LiveId" clId="{93753085-ACB4-4C39-BA21-C7E5BA9510B2}" dt="2026-05-19T02:41:44.874" v="129" actId="20577"/>
          <ac:spMkLst>
            <pc:docMk/>
            <pc:sldMk cId="4109959839" sldId="414"/>
            <ac:spMk id="6" creationId="{2773240F-C2D9-FBC8-8C6F-5306516C595A}"/>
          </ac:spMkLst>
        </pc:spChg>
      </pc:sldChg>
      <pc:sldChg chg="addSp delSp modSp add mod">
        <pc:chgData name="roxane desmicht" userId="ac1d6fb7a88f37a7" providerId="LiveId" clId="{93753085-ACB4-4C39-BA21-C7E5BA9510B2}" dt="2026-05-19T02:29:39.069" v="41" actId="1076"/>
        <pc:sldMkLst>
          <pc:docMk/>
          <pc:sldMk cId="2088795704" sldId="415"/>
        </pc:sldMkLst>
        <pc:spChg chg="mod">
          <ac:chgData name="roxane desmicht" userId="ac1d6fb7a88f37a7" providerId="LiveId" clId="{93753085-ACB4-4C39-BA21-C7E5BA9510B2}" dt="2026-05-19T02:27:38.756" v="18" actId="20577"/>
          <ac:spMkLst>
            <pc:docMk/>
            <pc:sldMk cId="2088795704" sldId="415"/>
            <ac:spMk id="2" creationId="{AD77C234-513E-0E0A-E4B1-D0D1C4D64E1E}"/>
          </ac:spMkLst>
        </pc:spChg>
        <pc:spChg chg="add mod">
          <ac:chgData name="roxane desmicht" userId="ac1d6fb7a88f37a7" providerId="LiveId" clId="{93753085-ACB4-4C39-BA21-C7E5BA9510B2}" dt="2026-05-19T02:29:39.069" v="41" actId="1076"/>
          <ac:spMkLst>
            <pc:docMk/>
            <pc:sldMk cId="2088795704" sldId="415"/>
            <ac:spMk id="5" creationId="{F415BA2D-32E7-30F7-D401-26DB9D0391DB}"/>
          </ac:spMkLst>
        </pc:spChg>
        <pc:spChg chg="del">
          <ac:chgData name="roxane desmicht" userId="ac1d6fb7a88f37a7" providerId="LiveId" clId="{93753085-ACB4-4C39-BA21-C7E5BA9510B2}" dt="2026-05-19T02:27:42.258" v="19" actId="478"/>
          <ac:spMkLst>
            <pc:docMk/>
            <pc:sldMk cId="2088795704" sldId="415"/>
            <ac:spMk id="6" creationId="{DDBC554E-ED7F-27A6-6C4D-813FA13EE3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9DC0C2-9D13-480D-924C-740DD5289A60}" type="datetimeFigureOut">
              <a:rPr lang="fr-FR" smtClean="0"/>
              <a:t>19/05/2026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925324-CD8D-481B-91D4-2C69C83DC5CD}" type="slidenum">
              <a:rPr lang="fr-FR" smtClean="0"/>
              <a:t>‹#›</a:t>
            </a:fld>
            <a:endParaRPr lang="fr-FR"/>
          </a:p>
        </p:txBody>
      </p:sp>
    </p:spTree>
    <p:extLst>
      <p:ext uri="{BB962C8B-B14F-4D97-AF65-F5344CB8AC3E}">
        <p14:creationId xmlns:p14="http://schemas.microsoft.com/office/powerpoint/2010/main" val="1423933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R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1424FB-B2C2-353E-14D4-EFE09240DC6F}"/>
              </a:ext>
            </a:extLst>
          </p:cNvPr>
          <p:cNvSpPr>
            <a:spLocks noGrp="1"/>
          </p:cNvSpPr>
          <p:nvPr>
            <p:ph type="ctrTitle"/>
          </p:nvPr>
        </p:nvSpPr>
        <p:spPr>
          <a:xfrm>
            <a:off x="1524000" y="1122363"/>
            <a:ext cx="9144000" cy="2387600"/>
          </a:xfrm>
        </p:spPr>
        <p:txBody>
          <a:bodyPr anchor="b"/>
          <a:lstStyle>
            <a:lvl1pPr algn="ctr">
              <a:defRPr sz="6000"/>
            </a:lvl1pPr>
          </a:lstStyle>
          <a:p>
            <a:r>
              <a:rPr lang="en"/>
              <a:t>Change the style of the title</a:t>
            </a:r>
          </a:p>
        </p:txBody>
      </p:sp>
      <p:sp>
        <p:nvSpPr>
          <p:cNvPr id="3" name="Sous-titre 2">
            <a:extLst>
              <a:ext uri="{FF2B5EF4-FFF2-40B4-BE49-F238E27FC236}">
                <a16:creationId xmlns:a16="http://schemas.microsoft.com/office/drawing/2014/main" id="{AD8914B1-F434-C88C-1B24-EBDAF7B47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
              <a:t>Change the style of the mask's captions</a:t>
            </a:r>
          </a:p>
        </p:txBody>
      </p:sp>
      <p:sp>
        <p:nvSpPr>
          <p:cNvPr id="4" name="Espace réservé de la date 3">
            <a:extLst>
              <a:ext uri="{FF2B5EF4-FFF2-40B4-BE49-F238E27FC236}">
                <a16:creationId xmlns:a16="http://schemas.microsoft.com/office/drawing/2014/main" id="{FF60A427-94AB-266C-05D9-894D28BBDDF4}"/>
              </a:ext>
            </a:extLst>
          </p:cNvPr>
          <p:cNvSpPr>
            <a:spLocks noGrp="1"/>
          </p:cNvSpPr>
          <p:nvPr>
            <p:ph type="dt" sz="half" idx="10"/>
          </p:nvPr>
        </p:nvSpPr>
        <p:spPr/>
        <p:txBody>
          <a:bodyPr/>
          <a:lstStyle/>
          <a:p>
            <a:fld id="{3F0B63B9-41B1-4EF2-8906-C69C7E5D6910}" type="datetime1">
              <a:rPr lang="fr-FR" smtClean="0"/>
              <a:t>19/05/2026</a:t>
            </a:fld>
            <a:endParaRPr lang="fr-FR"/>
          </a:p>
        </p:txBody>
      </p:sp>
      <p:sp>
        <p:nvSpPr>
          <p:cNvPr id="5" name="Espace réservé du pied de page 4">
            <a:extLst>
              <a:ext uri="{FF2B5EF4-FFF2-40B4-BE49-F238E27FC236}">
                <a16:creationId xmlns:a16="http://schemas.microsoft.com/office/drawing/2014/main" id="{653ADA64-25D8-62F7-D91E-41769E81ED8C}"/>
              </a:ext>
            </a:extLst>
          </p:cNvPr>
          <p:cNvSpPr>
            <a:spLocks noGrp="1"/>
          </p:cNvSpPr>
          <p:nvPr>
            <p:ph type="ftr" sz="quarter" idx="11"/>
          </p:nvPr>
        </p:nvSpPr>
        <p:spPr/>
        <p:txBody>
          <a:bodyPr/>
          <a:lstStyle/>
          <a:p>
            <a:r>
              <a:rPr lang="en"/>
              <a:t>R Desmicht – SUTD ESD MSO</a:t>
            </a:r>
          </a:p>
          <a:p>
            <a:r>
              <a:rPr lang="en">
                <a:latin typeface="SFSS1095"/>
              </a:rPr>
              <a:t>©</a:t>
            </a:r>
            <a:r>
              <a:rPr lang="en">
                <a:latin typeface="CMSS8"/>
              </a:rPr>
              <a:t>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FB2C5995-F5AE-4DD5-2DC7-CB37CF74DA87}"/>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4">
            <a:extLst>
              <a:ext uri="{FF2B5EF4-FFF2-40B4-BE49-F238E27FC236}">
                <a16:creationId xmlns:a16="http://schemas.microsoft.com/office/drawing/2014/main" id="{157E5659-F736-B588-3DA3-D2AED684C8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12560" y="45415"/>
            <a:ext cx="2532649" cy="986656"/>
          </a:xfrm>
          <a:prstGeom prst="rect">
            <a:avLst/>
          </a:prstGeom>
        </p:spPr>
      </p:pic>
    </p:spTree>
    <p:extLst>
      <p:ext uri="{BB962C8B-B14F-4D97-AF65-F5344CB8AC3E}">
        <p14:creationId xmlns:p14="http://schemas.microsoft.com/office/powerpoint/2010/main" val="153702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505C6-B8BF-210B-FA0F-42B0A9C36F7C}"/>
              </a:ext>
            </a:extLst>
          </p:cNvPr>
          <p:cNvSpPr>
            <a:spLocks noGrp="1"/>
          </p:cNvSpPr>
          <p:nvPr>
            <p:ph type="title"/>
          </p:nvPr>
        </p:nvSpPr>
        <p:spPr/>
        <p:txBody>
          <a:bodyPr/>
          <a:lstStyle/>
          <a:p>
            <a:r>
              <a:rPr lang="en"/>
              <a:t>Change the style of the title</a:t>
            </a:r>
          </a:p>
        </p:txBody>
      </p:sp>
      <p:sp>
        <p:nvSpPr>
          <p:cNvPr id="3" name="Espace réservé du contenu 2">
            <a:extLst>
              <a:ext uri="{FF2B5EF4-FFF2-40B4-BE49-F238E27FC236}">
                <a16:creationId xmlns:a16="http://schemas.microsoft.com/office/drawing/2014/main" id="{52F25542-BF78-CB7E-EAE0-2D3C762C793E}"/>
              </a:ext>
            </a:extLst>
          </p:cNvPr>
          <p:cNvSpPr>
            <a:spLocks noGrp="1"/>
          </p:cNvSpPr>
          <p:nvPr>
            <p:ph idx="1"/>
          </p:nvPr>
        </p:nvSpPr>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e la date 3">
            <a:extLst>
              <a:ext uri="{FF2B5EF4-FFF2-40B4-BE49-F238E27FC236}">
                <a16:creationId xmlns:a16="http://schemas.microsoft.com/office/drawing/2014/main" id="{537DE763-A209-D439-516B-9CFE371332FF}"/>
              </a:ext>
            </a:extLst>
          </p:cNvPr>
          <p:cNvSpPr>
            <a:spLocks noGrp="1"/>
          </p:cNvSpPr>
          <p:nvPr>
            <p:ph type="dt" sz="half" idx="10"/>
          </p:nvPr>
        </p:nvSpPr>
        <p:spPr/>
        <p:txBody>
          <a:bodyPr/>
          <a:lstStyle/>
          <a:p>
            <a:fld id="{161C1263-5133-4A3F-AF29-67276BC9E376}" type="datetime1">
              <a:rPr lang="fr-FR" smtClean="0"/>
              <a:t>19/05/2026</a:t>
            </a:fld>
            <a:endParaRPr lang="fr-FR"/>
          </a:p>
        </p:txBody>
      </p:sp>
      <p:sp>
        <p:nvSpPr>
          <p:cNvPr id="5" name="Espace réservé du pied de page 4">
            <a:extLst>
              <a:ext uri="{FF2B5EF4-FFF2-40B4-BE49-F238E27FC236}">
                <a16:creationId xmlns:a16="http://schemas.microsoft.com/office/drawing/2014/main" id="{D84613AC-78B1-CD1C-01D6-251B954792E8}"/>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5AE40CD6-2FC8-B560-F471-95777FF986A0}"/>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8">
            <a:extLst>
              <a:ext uri="{FF2B5EF4-FFF2-40B4-BE49-F238E27FC236}">
                <a16:creationId xmlns:a16="http://schemas.microsoft.com/office/drawing/2014/main" id="{4B9CB68F-7D20-8FD2-66F6-30B684703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35938" y="60403"/>
            <a:ext cx="476924" cy="476924"/>
          </a:xfrm>
          <a:prstGeom prst="rect">
            <a:avLst/>
          </a:prstGeom>
        </p:spPr>
      </p:pic>
    </p:spTree>
    <p:extLst>
      <p:ext uri="{BB962C8B-B14F-4D97-AF65-F5344CB8AC3E}">
        <p14:creationId xmlns:p14="http://schemas.microsoft.com/office/powerpoint/2010/main" val="370449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u bi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505C6-B8BF-210B-FA0F-42B0A9C36F7C}"/>
              </a:ext>
            </a:extLst>
          </p:cNvPr>
          <p:cNvSpPr>
            <a:spLocks noGrp="1"/>
          </p:cNvSpPr>
          <p:nvPr>
            <p:ph type="title"/>
          </p:nvPr>
        </p:nvSpPr>
        <p:spPr>
          <a:xfrm>
            <a:off x="686851" y="-196128"/>
            <a:ext cx="10515600" cy="1325563"/>
          </a:xfrm>
        </p:spPr>
        <p:txBody>
          <a:bodyPr/>
          <a:lstStyle/>
          <a:p>
            <a:r>
              <a:rPr lang="en"/>
              <a:t>Change the style of the title</a:t>
            </a:r>
          </a:p>
        </p:txBody>
      </p:sp>
      <p:sp>
        <p:nvSpPr>
          <p:cNvPr id="3" name="Espace réservé du contenu 2">
            <a:extLst>
              <a:ext uri="{FF2B5EF4-FFF2-40B4-BE49-F238E27FC236}">
                <a16:creationId xmlns:a16="http://schemas.microsoft.com/office/drawing/2014/main" id="{52F25542-BF78-CB7E-EAE0-2D3C762C793E}"/>
              </a:ext>
            </a:extLst>
          </p:cNvPr>
          <p:cNvSpPr>
            <a:spLocks noGrp="1"/>
          </p:cNvSpPr>
          <p:nvPr>
            <p:ph idx="1"/>
          </p:nvPr>
        </p:nvSpPr>
        <p:spPr>
          <a:xfrm>
            <a:off x="686851" y="1253331"/>
            <a:ext cx="10790446" cy="4933058"/>
          </a:xfrm>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e la date 3">
            <a:extLst>
              <a:ext uri="{FF2B5EF4-FFF2-40B4-BE49-F238E27FC236}">
                <a16:creationId xmlns:a16="http://schemas.microsoft.com/office/drawing/2014/main" id="{537DE763-A209-D439-516B-9CFE371332FF}"/>
              </a:ext>
            </a:extLst>
          </p:cNvPr>
          <p:cNvSpPr>
            <a:spLocks noGrp="1"/>
          </p:cNvSpPr>
          <p:nvPr>
            <p:ph type="dt" sz="half" idx="10"/>
          </p:nvPr>
        </p:nvSpPr>
        <p:spPr/>
        <p:txBody>
          <a:bodyPr/>
          <a:lstStyle/>
          <a:p>
            <a:fld id="{161C1263-5133-4A3F-AF29-67276BC9E376}" type="datetime1">
              <a:rPr lang="fr-FR" smtClean="0"/>
              <a:t>19/05/2026</a:t>
            </a:fld>
            <a:endParaRPr lang="fr-FR"/>
          </a:p>
        </p:txBody>
      </p:sp>
      <p:sp>
        <p:nvSpPr>
          <p:cNvPr id="5" name="Espace réservé du pied de page 4">
            <a:extLst>
              <a:ext uri="{FF2B5EF4-FFF2-40B4-BE49-F238E27FC236}">
                <a16:creationId xmlns:a16="http://schemas.microsoft.com/office/drawing/2014/main" id="{D84613AC-78B1-CD1C-01D6-251B954792E8}"/>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5AE40CD6-2FC8-B560-F471-95777FF986A0}"/>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8">
            <a:extLst>
              <a:ext uri="{FF2B5EF4-FFF2-40B4-BE49-F238E27FC236}">
                <a16:creationId xmlns:a16="http://schemas.microsoft.com/office/drawing/2014/main" id="{4B9CB68F-7D20-8FD2-66F6-30B684703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35938" y="60403"/>
            <a:ext cx="476924" cy="476924"/>
          </a:xfrm>
          <a:prstGeom prst="rect">
            <a:avLst/>
          </a:prstGeom>
        </p:spPr>
      </p:pic>
    </p:spTree>
    <p:extLst>
      <p:ext uri="{BB962C8B-B14F-4D97-AF65-F5344CB8AC3E}">
        <p14:creationId xmlns:p14="http://schemas.microsoft.com/office/powerpoint/2010/main" val="357372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363C2C-3372-7819-514D-230E3F84AB86}"/>
              </a:ext>
            </a:extLst>
          </p:cNvPr>
          <p:cNvSpPr>
            <a:spLocks noGrp="1"/>
          </p:cNvSpPr>
          <p:nvPr>
            <p:ph type="title"/>
          </p:nvPr>
        </p:nvSpPr>
        <p:spPr>
          <a:xfrm>
            <a:off x="831850" y="1709738"/>
            <a:ext cx="10515600" cy="2852737"/>
          </a:xfrm>
        </p:spPr>
        <p:txBody>
          <a:bodyPr anchor="b"/>
          <a:lstStyle>
            <a:lvl1pPr>
              <a:defRPr sz="6000"/>
            </a:lvl1pPr>
          </a:lstStyle>
          <a:p>
            <a:r>
              <a:rPr lang="en"/>
              <a:t>Change the style of the title</a:t>
            </a:r>
          </a:p>
        </p:txBody>
      </p:sp>
      <p:sp>
        <p:nvSpPr>
          <p:cNvPr id="3" name="Espace réservé du texte 2">
            <a:extLst>
              <a:ext uri="{FF2B5EF4-FFF2-40B4-BE49-F238E27FC236}">
                <a16:creationId xmlns:a16="http://schemas.microsoft.com/office/drawing/2014/main" id="{9B3C4435-4A01-04D1-3474-209E32B53F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
              <a:t>Click to change the styles of the mask text</a:t>
            </a:r>
          </a:p>
        </p:txBody>
      </p:sp>
      <p:sp>
        <p:nvSpPr>
          <p:cNvPr id="4" name="Espace réservé de la date 3">
            <a:extLst>
              <a:ext uri="{FF2B5EF4-FFF2-40B4-BE49-F238E27FC236}">
                <a16:creationId xmlns:a16="http://schemas.microsoft.com/office/drawing/2014/main" id="{EDF2EC96-70FF-1274-AD63-B4AB4C97EEBC}"/>
              </a:ext>
            </a:extLst>
          </p:cNvPr>
          <p:cNvSpPr>
            <a:spLocks noGrp="1"/>
          </p:cNvSpPr>
          <p:nvPr>
            <p:ph type="dt" sz="half" idx="10"/>
          </p:nvPr>
        </p:nvSpPr>
        <p:spPr/>
        <p:txBody>
          <a:bodyPr/>
          <a:lstStyle/>
          <a:p>
            <a:fld id="{FE7EF1F9-5395-45A8-A3A2-5E8E68D343FC}" type="datetime1">
              <a:rPr lang="fr-FR" smtClean="0"/>
              <a:t>19/05/2026</a:t>
            </a:fld>
            <a:endParaRPr lang="fr-FR"/>
          </a:p>
        </p:txBody>
      </p:sp>
      <p:sp>
        <p:nvSpPr>
          <p:cNvPr id="5" name="Espace réservé du pied de page 4">
            <a:extLst>
              <a:ext uri="{FF2B5EF4-FFF2-40B4-BE49-F238E27FC236}">
                <a16:creationId xmlns:a16="http://schemas.microsoft.com/office/drawing/2014/main" id="{2CC82CBA-CF65-E5D2-0B88-33A6D85127C5}"/>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427A0144-CBEA-E7A5-1B96-C15D732FDECA}"/>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09923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760DFC-8E4D-8D7D-FE9E-D016FBCFD4F8}"/>
              </a:ext>
            </a:extLst>
          </p:cNvPr>
          <p:cNvSpPr>
            <a:spLocks noGrp="1"/>
          </p:cNvSpPr>
          <p:nvPr>
            <p:ph type="title"/>
          </p:nvPr>
        </p:nvSpPr>
        <p:spPr/>
        <p:txBody>
          <a:bodyPr/>
          <a:lstStyle/>
          <a:p>
            <a:r>
              <a:rPr lang="en"/>
              <a:t>Change the style of the title</a:t>
            </a:r>
          </a:p>
        </p:txBody>
      </p:sp>
      <p:sp>
        <p:nvSpPr>
          <p:cNvPr id="3" name="Espace réservé du contenu 2">
            <a:extLst>
              <a:ext uri="{FF2B5EF4-FFF2-40B4-BE49-F238E27FC236}">
                <a16:creationId xmlns:a16="http://schemas.microsoft.com/office/drawing/2014/main" id="{3842315A-08F1-862D-0CE4-A6B3FA16E437}"/>
              </a:ext>
            </a:extLst>
          </p:cNvPr>
          <p:cNvSpPr>
            <a:spLocks noGrp="1"/>
          </p:cNvSpPr>
          <p:nvPr>
            <p:ph sz="half" idx="1"/>
          </p:nvPr>
        </p:nvSpPr>
        <p:spPr>
          <a:xfrm>
            <a:off x="838200" y="1825625"/>
            <a:ext cx="5181600" cy="4351338"/>
          </a:xfrm>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u contenu 3">
            <a:extLst>
              <a:ext uri="{FF2B5EF4-FFF2-40B4-BE49-F238E27FC236}">
                <a16:creationId xmlns:a16="http://schemas.microsoft.com/office/drawing/2014/main" id="{2ADB3299-D812-F071-0FA8-2E695B84F4EE}"/>
              </a:ext>
            </a:extLst>
          </p:cNvPr>
          <p:cNvSpPr>
            <a:spLocks noGrp="1"/>
          </p:cNvSpPr>
          <p:nvPr>
            <p:ph sz="half" idx="2"/>
          </p:nvPr>
        </p:nvSpPr>
        <p:spPr>
          <a:xfrm>
            <a:off x="6172200" y="1825625"/>
            <a:ext cx="5181600" cy="4351338"/>
          </a:xfrm>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5" name="Espace réservé de la date 4">
            <a:extLst>
              <a:ext uri="{FF2B5EF4-FFF2-40B4-BE49-F238E27FC236}">
                <a16:creationId xmlns:a16="http://schemas.microsoft.com/office/drawing/2014/main" id="{5736EAE0-ECBF-884B-BBAF-E12C00F26DB1}"/>
              </a:ext>
            </a:extLst>
          </p:cNvPr>
          <p:cNvSpPr>
            <a:spLocks noGrp="1"/>
          </p:cNvSpPr>
          <p:nvPr>
            <p:ph type="dt" sz="half" idx="10"/>
          </p:nvPr>
        </p:nvSpPr>
        <p:spPr/>
        <p:txBody>
          <a:bodyPr/>
          <a:lstStyle/>
          <a:p>
            <a:fld id="{4CB7F815-BF12-4A59-9983-4A508F1EE457}" type="datetime1">
              <a:rPr lang="fr-FR" smtClean="0"/>
              <a:t>19/05/2026</a:t>
            </a:fld>
            <a:endParaRPr lang="fr-FR"/>
          </a:p>
        </p:txBody>
      </p:sp>
      <p:sp>
        <p:nvSpPr>
          <p:cNvPr id="6" name="Espace réservé du pied de page 5">
            <a:extLst>
              <a:ext uri="{FF2B5EF4-FFF2-40B4-BE49-F238E27FC236}">
                <a16:creationId xmlns:a16="http://schemas.microsoft.com/office/drawing/2014/main" id="{C3289DA1-770E-89F5-EA2B-DFEB45FC5AF9}"/>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7C7D89B5-BD14-83ED-2A17-B708B89E8BA9}"/>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716641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CD1517-5F8C-616B-229A-AA3FB17AB09D}"/>
              </a:ext>
            </a:extLst>
          </p:cNvPr>
          <p:cNvSpPr>
            <a:spLocks noGrp="1"/>
          </p:cNvSpPr>
          <p:nvPr>
            <p:ph type="title"/>
          </p:nvPr>
        </p:nvSpPr>
        <p:spPr>
          <a:xfrm>
            <a:off x="839788" y="365125"/>
            <a:ext cx="10515600" cy="1325563"/>
          </a:xfrm>
        </p:spPr>
        <p:txBody>
          <a:bodyPr/>
          <a:lstStyle/>
          <a:p>
            <a:r>
              <a:rPr lang="en"/>
              <a:t>Change the style of the title</a:t>
            </a:r>
          </a:p>
        </p:txBody>
      </p:sp>
      <p:sp>
        <p:nvSpPr>
          <p:cNvPr id="3" name="Espace réservé du texte 2">
            <a:extLst>
              <a:ext uri="{FF2B5EF4-FFF2-40B4-BE49-F238E27FC236}">
                <a16:creationId xmlns:a16="http://schemas.microsoft.com/office/drawing/2014/main" id="{1D8C2F85-7020-1EED-DB3F-BF6B93F0A8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
              <a:t>Click to change the styles of the mask text</a:t>
            </a:r>
          </a:p>
        </p:txBody>
      </p:sp>
      <p:sp>
        <p:nvSpPr>
          <p:cNvPr id="4" name="Espace réservé du contenu 3">
            <a:extLst>
              <a:ext uri="{FF2B5EF4-FFF2-40B4-BE49-F238E27FC236}">
                <a16:creationId xmlns:a16="http://schemas.microsoft.com/office/drawing/2014/main" id="{7902A681-0A44-6617-B5C8-B6D28109C7BA}"/>
              </a:ext>
            </a:extLst>
          </p:cNvPr>
          <p:cNvSpPr>
            <a:spLocks noGrp="1"/>
          </p:cNvSpPr>
          <p:nvPr>
            <p:ph sz="half" idx="2"/>
          </p:nvPr>
        </p:nvSpPr>
        <p:spPr>
          <a:xfrm>
            <a:off x="839788" y="2505075"/>
            <a:ext cx="5157787" cy="3684588"/>
          </a:xfrm>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5" name="Espace réservé du texte 4">
            <a:extLst>
              <a:ext uri="{FF2B5EF4-FFF2-40B4-BE49-F238E27FC236}">
                <a16:creationId xmlns:a16="http://schemas.microsoft.com/office/drawing/2014/main" id="{4F22AF14-7F0D-8F7A-20D0-02AC272E6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
              <a:t>Click to change the styles of the mask text</a:t>
            </a:r>
          </a:p>
        </p:txBody>
      </p:sp>
      <p:sp>
        <p:nvSpPr>
          <p:cNvPr id="6" name="Espace réservé du contenu 5">
            <a:extLst>
              <a:ext uri="{FF2B5EF4-FFF2-40B4-BE49-F238E27FC236}">
                <a16:creationId xmlns:a16="http://schemas.microsoft.com/office/drawing/2014/main" id="{D4D66910-CCD6-0285-F9D0-D54424F234DF}"/>
              </a:ext>
            </a:extLst>
          </p:cNvPr>
          <p:cNvSpPr>
            <a:spLocks noGrp="1"/>
          </p:cNvSpPr>
          <p:nvPr>
            <p:ph sz="quarter" idx="4"/>
          </p:nvPr>
        </p:nvSpPr>
        <p:spPr>
          <a:xfrm>
            <a:off x="6172200" y="2505075"/>
            <a:ext cx="5183188" cy="3684588"/>
          </a:xfrm>
        </p:spPr>
        <p:txBody>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7" name="Espace réservé de la date 6">
            <a:extLst>
              <a:ext uri="{FF2B5EF4-FFF2-40B4-BE49-F238E27FC236}">
                <a16:creationId xmlns:a16="http://schemas.microsoft.com/office/drawing/2014/main" id="{82E93219-D9AA-580E-F7A8-B2924982373F}"/>
              </a:ext>
            </a:extLst>
          </p:cNvPr>
          <p:cNvSpPr>
            <a:spLocks noGrp="1"/>
          </p:cNvSpPr>
          <p:nvPr>
            <p:ph type="dt" sz="half" idx="10"/>
          </p:nvPr>
        </p:nvSpPr>
        <p:spPr/>
        <p:txBody>
          <a:bodyPr/>
          <a:lstStyle/>
          <a:p>
            <a:fld id="{F4DE5BE8-B1A6-4154-B7A9-AC99CD5F69A1}" type="datetime1">
              <a:rPr lang="fr-FR" smtClean="0"/>
              <a:t>19/05/2026</a:t>
            </a:fld>
            <a:endParaRPr lang="fr-FR"/>
          </a:p>
        </p:txBody>
      </p:sp>
      <p:sp>
        <p:nvSpPr>
          <p:cNvPr id="8" name="Espace réservé du pied de page 7">
            <a:extLst>
              <a:ext uri="{FF2B5EF4-FFF2-40B4-BE49-F238E27FC236}">
                <a16:creationId xmlns:a16="http://schemas.microsoft.com/office/drawing/2014/main" id="{294FD95B-9027-A2E7-2C5E-8E4B9CBC14A4}"/>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9" name="Espace réservé du numéro de diapositive 8">
            <a:extLst>
              <a:ext uri="{FF2B5EF4-FFF2-40B4-BE49-F238E27FC236}">
                <a16:creationId xmlns:a16="http://schemas.microsoft.com/office/drawing/2014/main" id="{2F79F18E-B1FB-1138-52D5-C63C2F3A31ED}"/>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365483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E6BE9F-3BA2-3FBB-C89A-95A72E6CAA7A}"/>
              </a:ext>
            </a:extLst>
          </p:cNvPr>
          <p:cNvSpPr>
            <a:spLocks noGrp="1"/>
          </p:cNvSpPr>
          <p:nvPr>
            <p:ph type="title"/>
          </p:nvPr>
        </p:nvSpPr>
        <p:spPr/>
        <p:txBody>
          <a:bodyPr/>
          <a:lstStyle/>
          <a:p>
            <a:r>
              <a:rPr lang="en"/>
              <a:t>Change the style of the title</a:t>
            </a:r>
          </a:p>
        </p:txBody>
      </p:sp>
      <p:sp>
        <p:nvSpPr>
          <p:cNvPr id="3" name="Espace réservé de la date 2">
            <a:extLst>
              <a:ext uri="{FF2B5EF4-FFF2-40B4-BE49-F238E27FC236}">
                <a16:creationId xmlns:a16="http://schemas.microsoft.com/office/drawing/2014/main" id="{52755B9C-68B7-23C3-573D-B71712F8DD66}"/>
              </a:ext>
            </a:extLst>
          </p:cNvPr>
          <p:cNvSpPr>
            <a:spLocks noGrp="1"/>
          </p:cNvSpPr>
          <p:nvPr>
            <p:ph type="dt" sz="half" idx="10"/>
          </p:nvPr>
        </p:nvSpPr>
        <p:spPr/>
        <p:txBody>
          <a:bodyPr/>
          <a:lstStyle/>
          <a:p>
            <a:fld id="{9AFC4647-F711-4BE0-B12C-831B528B88AA}" type="datetime1">
              <a:rPr lang="fr-FR" smtClean="0"/>
              <a:t>19/05/2026</a:t>
            </a:fld>
            <a:endParaRPr lang="fr-FR"/>
          </a:p>
        </p:txBody>
      </p:sp>
      <p:sp>
        <p:nvSpPr>
          <p:cNvPr id="4" name="Espace réservé du pied de page 3">
            <a:extLst>
              <a:ext uri="{FF2B5EF4-FFF2-40B4-BE49-F238E27FC236}">
                <a16:creationId xmlns:a16="http://schemas.microsoft.com/office/drawing/2014/main" id="{032643EA-1A58-2BD4-6EE9-99F1F258B767}"/>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5" name="Espace réservé du numéro de diapositive 4">
            <a:extLst>
              <a:ext uri="{FF2B5EF4-FFF2-40B4-BE49-F238E27FC236}">
                <a16:creationId xmlns:a16="http://schemas.microsoft.com/office/drawing/2014/main" id="{DD3359BF-7835-68E1-3EDE-0EA61A4B2A4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77797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0EB7AB5-0030-7B1F-4030-EEF44116CF69}"/>
              </a:ext>
            </a:extLst>
          </p:cNvPr>
          <p:cNvSpPr>
            <a:spLocks noGrp="1"/>
          </p:cNvSpPr>
          <p:nvPr>
            <p:ph type="dt" sz="half" idx="10"/>
          </p:nvPr>
        </p:nvSpPr>
        <p:spPr/>
        <p:txBody>
          <a:bodyPr/>
          <a:lstStyle/>
          <a:p>
            <a:fld id="{9488F19C-CB2F-4D76-AA0B-06FDD06C7D9E}" type="datetime1">
              <a:rPr lang="fr-FR" smtClean="0"/>
              <a:t>19/05/2026</a:t>
            </a:fld>
            <a:endParaRPr lang="fr-FR"/>
          </a:p>
        </p:txBody>
      </p:sp>
      <p:sp>
        <p:nvSpPr>
          <p:cNvPr id="3" name="Espace réservé du pied de page 2">
            <a:extLst>
              <a:ext uri="{FF2B5EF4-FFF2-40B4-BE49-F238E27FC236}">
                <a16:creationId xmlns:a16="http://schemas.microsoft.com/office/drawing/2014/main" id="{DD5EE8CF-57D9-CF0D-4784-0E8F6D84B65F}"/>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4" name="Espace réservé du numéro de diapositive 3">
            <a:extLst>
              <a:ext uri="{FF2B5EF4-FFF2-40B4-BE49-F238E27FC236}">
                <a16:creationId xmlns:a16="http://schemas.microsoft.com/office/drawing/2014/main" id="{128DA041-3E3C-6D49-CF63-9581CEECEEEB}"/>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4105526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8FBDAC-795E-9E5D-B1A3-9AE9702EFE42}"/>
              </a:ext>
            </a:extLst>
          </p:cNvPr>
          <p:cNvSpPr>
            <a:spLocks noGrp="1"/>
          </p:cNvSpPr>
          <p:nvPr>
            <p:ph type="title"/>
          </p:nvPr>
        </p:nvSpPr>
        <p:spPr>
          <a:xfrm>
            <a:off x="839788" y="457200"/>
            <a:ext cx="3932237" cy="1600200"/>
          </a:xfrm>
        </p:spPr>
        <p:txBody>
          <a:bodyPr anchor="b"/>
          <a:lstStyle>
            <a:lvl1pPr>
              <a:defRPr sz="3200"/>
            </a:lvl1pPr>
          </a:lstStyle>
          <a:p>
            <a:r>
              <a:rPr lang="en"/>
              <a:t>Change the style of the title</a:t>
            </a:r>
          </a:p>
        </p:txBody>
      </p:sp>
      <p:sp>
        <p:nvSpPr>
          <p:cNvPr id="3" name="Espace réservé du contenu 2">
            <a:extLst>
              <a:ext uri="{FF2B5EF4-FFF2-40B4-BE49-F238E27FC236}">
                <a16:creationId xmlns:a16="http://schemas.microsoft.com/office/drawing/2014/main" id="{307CDC07-EBA8-6DA8-A0C4-BDD18EB4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u texte 3">
            <a:extLst>
              <a:ext uri="{FF2B5EF4-FFF2-40B4-BE49-F238E27FC236}">
                <a16:creationId xmlns:a16="http://schemas.microsoft.com/office/drawing/2014/main" id="{C12048EF-7FE3-C7AE-4AE5-E29683D45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
              <a:t>Click to change the styles of the mask text</a:t>
            </a:r>
          </a:p>
        </p:txBody>
      </p:sp>
      <p:sp>
        <p:nvSpPr>
          <p:cNvPr id="5" name="Espace réservé de la date 4">
            <a:extLst>
              <a:ext uri="{FF2B5EF4-FFF2-40B4-BE49-F238E27FC236}">
                <a16:creationId xmlns:a16="http://schemas.microsoft.com/office/drawing/2014/main" id="{B37893E0-322B-F6B0-0123-6D8DA2ADDB6D}"/>
              </a:ext>
            </a:extLst>
          </p:cNvPr>
          <p:cNvSpPr>
            <a:spLocks noGrp="1"/>
          </p:cNvSpPr>
          <p:nvPr>
            <p:ph type="dt" sz="half" idx="10"/>
          </p:nvPr>
        </p:nvSpPr>
        <p:spPr/>
        <p:txBody>
          <a:bodyPr/>
          <a:lstStyle/>
          <a:p>
            <a:fld id="{9B2A2F0D-45A5-4A20-B4B2-6E16E0083518}" type="datetime1">
              <a:rPr lang="fr-FR" smtClean="0"/>
              <a:t>19/05/2026</a:t>
            </a:fld>
            <a:endParaRPr lang="fr-FR"/>
          </a:p>
        </p:txBody>
      </p:sp>
      <p:sp>
        <p:nvSpPr>
          <p:cNvPr id="6" name="Espace réservé du pied de page 5">
            <a:extLst>
              <a:ext uri="{FF2B5EF4-FFF2-40B4-BE49-F238E27FC236}">
                <a16:creationId xmlns:a16="http://schemas.microsoft.com/office/drawing/2014/main" id="{FF270E30-B7DE-719D-352E-DB7199409F97}"/>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B2160212-88F0-D637-2131-CE00E060C4BC}"/>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74538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D9B561-3FEE-2785-73D7-5949A95FA453}"/>
              </a:ext>
            </a:extLst>
          </p:cNvPr>
          <p:cNvSpPr>
            <a:spLocks noGrp="1"/>
          </p:cNvSpPr>
          <p:nvPr>
            <p:ph type="title"/>
          </p:nvPr>
        </p:nvSpPr>
        <p:spPr>
          <a:xfrm>
            <a:off x="839788" y="457200"/>
            <a:ext cx="3932237" cy="1600200"/>
          </a:xfrm>
        </p:spPr>
        <p:txBody>
          <a:bodyPr anchor="b"/>
          <a:lstStyle>
            <a:lvl1pPr>
              <a:defRPr sz="3200"/>
            </a:lvl1pPr>
          </a:lstStyle>
          <a:p>
            <a:r>
              <a:rPr lang="en"/>
              <a:t>Change the style of the title</a:t>
            </a:r>
          </a:p>
        </p:txBody>
      </p:sp>
      <p:sp>
        <p:nvSpPr>
          <p:cNvPr id="3" name="Espace réservé pour une image  2">
            <a:extLst>
              <a:ext uri="{FF2B5EF4-FFF2-40B4-BE49-F238E27FC236}">
                <a16:creationId xmlns:a16="http://schemas.microsoft.com/office/drawing/2014/main" id="{631CB62C-0CD8-01E5-9975-64DAB252F1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7B9B561-E93A-FC26-1826-B41E6B51C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
              <a:t>Click to change the styles of the mask text</a:t>
            </a:r>
          </a:p>
        </p:txBody>
      </p:sp>
      <p:sp>
        <p:nvSpPr>
          <p:cNvPr id="5" name="Espace réservé de la date 4">
            <a:extLst>
              <a:ext uri="{FF2B5EF4-FFF2-40B4-BE49-F238E27FC236}">
                <a16:creationId xmlns:a16="http://schemas.microsoft.com/office/drawing/2014/main" id="{C119A63C-0A01-1554-254C-E24DD190A635}"/>
              </a:ext>
            </a:extLst>
          </p:cNvPr>
          <p:cNvSpPr>
            <a:spLocks noGrp="1"/>
          </p:cNvSpPr>
          <p:nvPr>
            <p:ph type="dt" sz="half" idx="10"/>
          </p:nvPr>
        </p:nvSpPr>
        <p:spPr/>
        <p:txBody>
          <a:bodyPr/>
          <a:lstStyle/>
          <a:p>
            <a:fld id="{BA102F3D-CBDE-43A3-B3E4-BEE175F52B0F}" type="datetime1">
              <a:rPr lang="fr-FR" smtClean="0"/>
              <a:t>19/05/2026</a:t>
            </a:fld>
            <a:endParaRPr lang="fr-FR"/>
          </a:p>
        </p:txBody>
      </p:sp>
      <p:sp>
        <p:nvSpPr>
          <p:cNvPr id="6" name="Espace réservé du pied de page 5">
            <a:extLst>
              <a:ext uri="{FF2B5EF4-FFF2-40B4-BE49-F238E27FC236}">
                <a16:creationId xmlns:a16="http://schemas.microsoft.com/office/drawing/2014/main" id="{644BCFD9-3963-1EF3-366B-26D1BE0FD4B6}"/>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C35CFF0E-1A81-9EB4-6751-1A373C80307B}"/>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970970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D0F98B-22B0-BB05-D8B6-E4D1F5E09F6C}"/>
              </a:ext>
            </a:extLst>
          </p:cNvPr>
          <p:cNvSpPr>
            <a:spLocks noGrp="1"/>
          </p:cNvSpPr>
          <p:nvPr>
            <p:ph type="title"/>
          </p:nvPr>
        </p:nvSpPr>
        <p:spPr/>
        <p:txBody>
          <a:bodyPr/>
          <a:lstStyle/>
          <a:p>
            <a:r>
              <a:rPr lang="en"/>
              <a:t>Change the style of the title</a:t>
            </a:r>
          </a:p>
        </p:txBody>
      </p:sp>
      <p:sp>
        <p:nvSpPr>
          <p:cNvPr id="3" name="Espace réservé du texte vertical 2">
            <a:extLst>
              <a:ext uri="{FF2B5EF4-FFF2-40B4-BE49-F238E27FC236}">
                <a16:creationId xmlns:a16="http://schemas.microsoft.com/office/drawing/2014/main" id="{677F851B-BE91-A431-2DC8-171C97051FFE}"/>
              </a:ext>
            </a:extLst>
          </p:cNvPr>
          <p:cNvSpPr>
            <a:spLocks noGrp="1"/>
          </p:cNvSpPr>
          <p:nvPr>
            <p:ph type="body" orient="vert" idx="1"/>
          </p:nvPr>
        </p:nvSpPr>
        <p:spPr/>
        <p:txBody>
          <a:bodyPr vert="eaVert"/>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e la date 3">
            <a:extLst>
              <a:ext uri="{FF2B5EF4-FFF2-40B4-BE49-F238E27FC236}">
                <a16:creationId xmlns:a16="http://schemas.microsoft.com/office/drawing/2014/main" id="{1810C4FB-CC8D-C727-346B-A7C634DF13AC}"/>
              </a:ext>
            </a:extLst>
          </p:cNvPr>
          <p:cNvSpPr>
            <a:spLocks noGrp="1"/>
          </p:cNvSpPr>
          <p:nvPr>
            <p:ph type="dt" sz="half" idx="10"/>
          </p:nvPr>
        </p:nvSpPr>
        <p:spPr/>
        <p:txBody>
          <a:bodyPr/>
          <a:lstStyle/>
          <a:p>
            <a:fld id="{C03324E5-3382-48E1-80B2-28901262BD85}" type="datetime1">
              <a:rPr lang="fr-FR" smtClean="0"/>
              <a:t>19/05/2026</a:t>
            </a:fld>
            <a:endParaRPr lang="fr-FR"/>
          </a:p>
        </p:txBody>
      </p:sp>
      <p:sp>
        <p:nvSpPr>
          <p:cNvPr id="5" name="Espace réservé du pied de page 4">
            <a:extLst>
              <a:ext uri="{FF2B5EF4-FFF2-40B4-BE49-F238E27FC236}">
                <a16:creationId xmlns:a16="http://schemas.microsoft.com/office/drawing/2014/main" id="{F10DFA09-3D99-C369-E377-A3E03E01C381}"/>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3EF1E5B5-F506-CE71-D6B0-A9846E1EF0E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173428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7DB6F0-644B-EC13-DD42-8CCDC52C1F24}"/>
              </a:ext>
            </a:extLst>
          </p:cNvPr>
          <p:cNvSpPr>
            <a:spLocks noGrp="1"/>
          </p:cNvSpPr>
          <p:nvPr>
            <p:ph type="title" orient="vert"/>
          </p:nvPr>
        </p:nvSpPr>
        <p:spPr>
          <a:xfrm>
            <a:off x="8724900" y="365125"/>
            <a:ext cx="2628900" cy="5811838"/>
          </a:xfrm>
        </p:spPr>
        <p:txBody>
          <a:bodyPr vert="eaVert"/>
          <a:lstStyle/>
          <a:p>
            <a:r>
              <a:rPr lang="en"/>
              <a:t>Change the style of the title</a:t>
            </a:r>
          </a:p>
        </p:txBody>
      </p:sp>
      <p:sp>
        <p:nvSpPr>
          <p:cNvPr id="3" name="Espace réservé du texte vertical 2">
            <a:extLst>
              <a:ext uri="{FF2B5EF4-FFF2-40B4-BE49-F238E27FC236}">
                <a16:creationId xmlns:a16="http://schemas.microsoft.com/office/drawing/2014/main" id="{016C591E-A17B-C4B9-3EC9-710FA461EF11}"/>
              </a:ext>
            </a:extLst>
          </p:cNvPr>
          <p:cNvSpPr>
            <a:spLocks noGrp="1"/>
          </p:cNvSpPr>
          <p:nvPr>
            <p:ph type="body" orient="vert" idx="1"/>
          </p:nvPr>
        </p:nvSpPr>
        <p:spPr>
          <a:xfrm>
            <a:off x="838200" y="365125"/>
            <a:ext cx="7734300" cy="5811838"/>
          </a:xfrm>
        </p:spPr>
        <p:txBody>
          <a:bodyPr vert="eaVert"/>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e la date 3">
            <a:extLst>
              <a:ext uri="{FF2B5EF4-FFF2-40B4-BE49-F238E27FC236}">
                <a16:creationId xmlns:a16="http://schemas.microsoft.com/office/drawing/2014/main" id="{F182A9A7-F766-53A7-7B8E-D3D799BA3F42}"/>
              </a:ext>
            </a:extLst>
          </p:cNvPr>
          <p:cNvSpPr>
            <a:spLocks noGrp="1"/>
          </p:cNvSpPr>
          <p:nvPr>
            <p:ph type="dt" sz="half" idx="10"/>
          </p:nvPr>
        </p:nvSpPr>
        <p:spPr/>
        <p:txBody>
          <a:bodyPr/>
          <a:lstStyle/>
          <a:p>
            <a:fld id="{D57F1642-828A-4A9B-A0D9-ACC2537DE6CF}" type="datetime1">
              <a:rPr lang="fr-FR" smtClean="0"/>
              <a:t>19/05/2026</a:t>
            </a:fld>
            <a:endParaRPr lang="fr-FR"/>
          </a:p>
        </p:txBody>
      </p:sp>
      <p:sp>
        <p:nvSpPr>
          <p:cNvPr id="5" name="Espace réservé du pied de page 4">
            <a:extLst>
              <a:ext uri="{FF2B5EF4-FFF2-40B4-BE49-F238E27FC236}">
                <a16:creationId xmlns:a16="http://schemas.microsoft.com/office/drawing/2014/main" id="{998E2B65-42D7-8672-D9CB-D23D26E958AD}"/>
              </a:ext>
            </a:extLst>
          </p:cNvPr>
          <p:cNvSpPr>
            <a:spLocks noGrp="1"/>
          </p:cNvSpPr>
          <p:nvPr>
            <p:ph type="ftr" sz="quarter" idx="11"/>
          </p:nvPr>
        </p:nvSpPr>
        <p:spPr/>
        <p:txBody>
          <a:bodyPr/>
          <a:lstStyle/>
          <a:p>
            <a:r>
              <a:rPr lang="en"/>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CE6C168C-7FD2-DF23-947B-FB6FC12174E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58548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1E1A466-517E-88E2-69B0-B64358A7D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
              <a:t>Change the style of the title</a:t>
            </a:r>
          </a:p>
        </p:txBody>
      </p:sp>
      <p:sp>
        <p:nvSpPr>
          <p:cNvPr id="3" name="Espace réservé du texte 2">
            <a:extLst>
              <a:ext uri="{FF2B5EF4-FFF2-40B4-BE49-F238E27FC236}">
                <a16:creationId xmlns:a16="http://schemas.microsoft.com/office/drawing/2014/main" id="{C29793F8-5A78-E1E3-FB4E-48132E3605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
              <a:t>Click to change the styles of the mask text</a:t>
            </a:r>
          </a:p>
          <a:p>
            <a:pPr lvl="1"/>
            <a:r>
              <a:rPr lang="en"/>
              <a:t>Second level</a:t>
            </a:r>
          </a:p>
          <a:p>
            <a:pPr lvl="2"/>
            <a:r>
              <a:rPr lang="en"/>
              <a:t>Third level</a:t>
            </a:r>
          </a:p>
          <a:p>
            <a:pPr lvl="3"/>
            <a:r>
              <a:rPr lang="en"/>
              <a:t>Fourth level</a:t>
            </a:r>
          </a:p>
          <a:p>
            <a:pPr lvl="4"/>
            <a:r>
              <a:rPr lang="en"/>
              <a:t>Fifth Level</a:t>
            </a:r>
          </a:p>
        </p:txBody>
      </p:sp>
      <p:sp>
        <p:nvSpPr>
          <p:cNvPr id="4" name="Espace réservé de la date 3">
            <a:extLst>
              <a:ext uri="{FF2B5EF4-FFF2-40B4-BE49-F238E27FC236}">
                <a16:creationId xmlns:a16="http://schemas.microsoft.com/office/drawing/2014/main" id="{0E7B0DAA-515C-8372-F3DE-9B64B7777A8B}"/>
              </a:ext>
            </a:extLst>
          </p:cNvPr>
          <p:cNvSpPr>
            <a:spLocks noGrp="1"/>
          </p:cNvSpPr>
          <p:nvPr>
            <p:ph type="dt" sz="half" idx="2"/>
          </p:nvPr>
        </p:nvSpPr>
        <p:spPr>
          <a:xfrm>
            <a:off x="371278" y="6356349"/>
            <a:ext cx="10791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5F8E44-A292-441B-84B3-789F3F706E47}" type="datetime1">
              <a:rPr lang="fr-FR" smtClean="0"/>
              <a:t>19/05/2026</a:t>
            </a:fld>
            <a:endParaRPr lang="fr-FR"/>
          </a:p>
        </p:txBody>
      </p:sp>
      <p:sp>
        <p:nvSpPr>
          <p:cNvPr id="5" name="Espace réservé du pied de page 4">
            <a:extLst>
              <a:ext uri="{FF2B5EF4-FFF2-40B4-BE49-F238E27FC236}">
                <a16:creationId xmlns:a16="http://schemas.microsoft.com/office/drawing/2014/main" id="{DF42090D-3DD0-9C8B-C350-D97F0CCF6FEC}"/>
              </a:ext>
            </a:extLst>
          </p:cNvPr>
          <p:cNvSpPr>
            <a:spLocks noGrp="1"/>
          </p:cNvSpPr>
          <p:nvPr>
            <p:ph type="ftr" sz="quarter" idx="3"/>
          </p:nvPr>
        </p:nvSpPr>
        <p:spPr>
          <a:xfrm>
            <a:off x="1828800" y="6353525"/>
            <a:ext cx="8727790" cy="365125"/>
          </a:xfrm>
          <a:prstGeom prst="rect">
            <a:avLst/>
          </a:prstGeom>
          <a:solidFill>
            <a:schemeClr val="bg2">
              <a:lumMod val="90000"/>
            </a:schemeClr>
          </a:solidFill>
        </p:spPr>
        <p:txBody>
          <a:bodyPr vert="horz" lIns="91440" tIns="45720" rIns="91440" bIns="45720" rtlCol="0" anchor="ctr"/>
          <a:lstStyle>
            <a:lvl1pPr algn="ctr">
              <a:defRPr sz="1100">
                <a:solidFill>
                  <a:schemeClr val="tx1">
                    <a:tint val="82000"/>
                  </a:schemeClr>
                </a:solidFill>
              </a:defRPr>
            </a:lvl1pPr>
          </a:lstStyle>
          <a:p>
            <a:r>
              <a:rPr lang="en"/>
              <a:t>R Desmicht – SUTD ESD MSO</a:t>
            </a:r>
          </a:p>
          <a:p>
            <a:r>
              <a:rPr lang="en">
                <a:latin typeface="SFSS1095"/>
              </a:rPr>
              <a:t>©</a:t>
            </a:r>
            <a:r>
              <a:rPr lang="en">
                <a:latin typeface="CMSS8"/>
              </a:rPr>
              <a:t>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9D9F9E31-B162-1888-EE2E-29E9FD2E1243}"/>
              </a:ext>
            </a:extLst>
          </p:cNvPr>
          <p:cNvSpPr>
            <a:spLocks noGrp="1"/>
          </p:cNvSpPr>
          <p:nvPr>
            <p:ph type="sldNum" sz="quarter" idx="4"/>
          </p:nvPr>
        </p:nvSpPr>
        <p:spPr>
          <a:xfrm>
            <a:off x="10815145" y="6356350"/>
            <a:ext cx="53865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997BA5-F408-414D-A13C-638556FCCB01}" type="slidenum">
              <a:rPr lang="fr-FR" smtClean="0"/>
              <a:t>‹#›</a:t>
            </a:fld>
            <a:endParaRPr lang="fr-FR"/>
          </a:p>
        </p:txBody>
      </p:sp>
    </p:spTree>
    <p:extLst>
      <p:ext uri="{BB962C8B-B14F-4D97-AF65-F5344CB8AC3E}">
        <p14:creationId xmlns:p14="http://schemas.microsoft.com/office/powerpoint/2010/main" val="70924242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23"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105BF1-E1CA-717D-EF50-755C5D954FD5}"/>
              </a:ext>
            </a:extLst>
          </p:cNvPr>
          <p:cNvSpPr>
            <a:spLocks noGrp="1"/>
          </p:cNvSpPr>
          <p:nvPr>
            <p:ph type="ctrTitle"/>
          </p:nvPr>
        </p:nvSpPr>
        <p:spPr/>
        <p:txBody>
          <a:bodyPr>
            <a:normAutofit/>
          </a:bodyPr>
          <a:lstStyle/>
          <a:p>
            <a:r>
              <a:rPr lang="en" sz="4400" err="1"/>
              <a:t>Manufacturing and Service Operations</a:t>
            </a:r>
            <a:br>
              <a:rPr lang="fr-FR" sz="4400"/>
            </a:br>
            <a:r>
              <a:rPr lang="en" sz="4400"/>
              <a:t>MSO 40.012</a:t>
            </a:r>
          </a:p>
        </p:txBody>
      </p:sp>
      <p:sp>
        <p:nvSpPr>
          <p:cNvPr id="3" name="Sous-titre 2">
            <a:extLst>
              <a:ext uri="{FF2B5EF4-FFF2-40B4-BE49-F238E27FC236}">
                <a16:creationId xmlns:a16="http://schemas.microsoft.com/office/drawing/2014/main" id="{DED98EFD-DCB5-6810-96B9-32FCC98D81C1}"/>
              </a:ext>
            </a:extLst>
          </p:cNvPr>
          <p:cNvSpPr>
            <a:spLocks noGrp="1"/>
          </p:cNvSpPr>
          <p:nvPr>
            <p:ph type="subTitle" idx="1"/>
          </p:nvPr>
        </p:nvSpPr>
        <p:spPr/>
        <p:txBody>
          <a:bodyPr/>
          <a:lstStyle/>
          <a:p>
            <a:r>
              <a:rPr lang="en"/>
              <a:t>R Desmicht – Adjunct Professor SUTD</a:t>
            </a:r>
          </a:p>
        </p:txBody>
      </p:sp>
      <p:sp>
        <p:nvSpPr>
          <p:cNvPr id="4" name="Espace réservé de la date 3">
            <a:extLst>
              <a:ext uri="{FF2B5EF4-FFF2-40B4-BE49-F238E27FC236}">
                <a16:creationId xmlns:a16="http://schemas.microsoft.com/office/drawing/2014/main" id="{E21CDB2C-1D41-C9EF-AFFC-DDA25271840E}"/>
              </a:ext>
            </a:extLst>
          </p:cNvPr>
          <p:cNvSpPr>
            <a:spLocks noGrp="1"/>
          </p:cNvSpPr>
          <p:nvPr>
            <p:ph type="dt" sz="half" idx="10"/>
          </p:nvPr>
        </p:nvSpPr>
        <p:spPr/>
        <p:txBody>
          <a:bodyPr/>
          <a:lstStyle/>
          <a:p>
            <a:fld id="{3F0B63B9-41B1-4EF2-8906-C69C7E5D6910}" type="datetime1">
              <a:rPr lang="fr-FR" smtClean="0"/>
              <a:t>19/05/2026</a:t>
            </a:fld>
            <a:endParaRPr lang="fr-FR"/>
          </a:p>
        </p:txBody>
      </p:sp>
      <p:sp>
        <p:nvSpPr>
          <p:cNvPr id="5" name="Espace réservé du pied de page 4">
            <a:extLst>
              <a:ext uri="{FF2B5EF4-FFF2-40B4-BE49-F238E27FC236}">
                <a16:creationId xmlns:a16="http://schemas.microsoft.com/office/drawing/2014/main" id="{E8415F59-FD4E-966B-BB6E-4FB7DBFB3A81}"/>
              </a:ext>
            </a:extLst>
          </p:cNvPr>
          <p:cNvSpPr>
            <a:spLocks noGrp="1"/>
          </p:cNvSpPr>
          <p:nvPr>
            <p:ph type="ftr" sz="quarter" idx="11"/>
          </p:nvPr>
        </p:nvSpPr>
        <p:spPr/>
        <p:txBody>
          <a:bodyPr/>
          <a:lstStyle/>
          <a:p>
            <a:r>
              <a:rPr lang="en"/>
              <a:t>R Desmicht – SUTD ESD MSO</a:t>
            </a:r>
          </a:p>
          <a:p>
            <a:r>
              <a:rPr lang="en">
                <a:latin typeface="SFSS1095"/>
              </a:rPr>
              <a:t>©</a:t>
            </a:r>
            <a:r>
              <a:rPr lang="en">
                <a:latin typeface="CMSS8"/>
              </a:rPr>
              <a:t>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6FDA033F-9925-F9F7-7DEE-03B1BF68A266}"/>
              </a:ext>
            </a:extLst>
          </p:cNvPr>
          <p:cNvSpPr>
            <a:spLocks noGrp="1"/>
          </p:cNvSpPr>
          <p:nvPr>
            <p:ph type="sldNum" sz="quarter" idx="12"/>
          </p:nvPr>
        </p:nvSpPr>
        <p:spPr/>
        <p:txBody>
          <a:bodyPr/>
          <a:lstStyle/>
          <a:p>
            <a:fld id="{68997BA5-F408-414D-A13C-638556FCCB01}" type="slidenum">
              <a:rPr lang="fr-FR" smtClean="0"/>
              <a:t>1</a:t>
            </a:fld>
            <a:endParaRPr lang="fr-FR"/>
          </a:p>
        </p:txBody>
      </p:sp>
    </p:spTree>
    <p:extLst>
      <p:ext uri="{BB962C8B-B14F-4D97-AF65-F5344CB8AC3E}">
        <p14:creationId xmlns:p14="http://schemas.microsoft.com/office/powerpoint/2010/main" val="342102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2887" y="-210301"/>
            <a:ext cx="10515600" cy="1325563"/>
          </a:xfrm>
        </p:spPr>
        <p:txBody>
          <a:bodyPr/>
          <a:lstStyle/>
          <a:p>
            <a:pPr algn="l" rtl="0"/>
            <a:r>
              <a:rPr lang="en"/>
              <a:t>Example EOQ</a:t>
            </a:r>
          </a:p>
        </p:txBody>
      </p:sp>
      <p:sp>
        <p:nvSpPr>
          <p:cNvPr id="3" name="Espace réservé du pied de page 4">
            <a:extLst>
              <a:ext uri="{FF2B5EF4-FFF2-40B4-BE49-F238E27FC236}">
                <a16:creationId xmlns:a16="http://schemas.microsoft.com/office/drawing/2014/main" id="{6ABA5BDB-BE8D-5AF4-D0B2-A0EA7921D9F3}"/>
              </a:ext>
            </a:extLst>
          </p:cNvPr>
          <p:cNvSpPr>
            <a:spLocks noGrp="1"/>
          </p:cNvSpPr>
          <p:nvPr>
            <p:ph type="ftr" sz="quarter" idx="11"/>
          </p:nvPr>
        </p:nvSpPr>
        <p:spPr>
          <a:xfrm>
            <a:off x="1828800" y="6353525"/>
            <a:ext cx="8727790" cy="365125"/>
          </a:xfrm>
        </p:spPr>
        <p:txBody>
          <a:bodyPr/>
          <a:lstStyle/>
          <a:p>
            <a:r>
              <a:rPr lang="en"/>
              <a:t>R Desmicht – SUTD ESD MSO ©For limited distribution to SUTD-MSO students. All other rights reserved.</a:t>
            </a:r>
            <a:endParaRPr lang="fr-FR"/>
          </a:p>
        </p:txBody>
      </p:sp>
      <p:sp>
        <p:nvSpPr>
          <p:cNvPr id="8" name="Rectangle 3">
            <a:extLst>
              <a:ext uri="{FF2B5EF4-FFF2-40B4-BE49-F238E27FC236}">
                <a16:creationId xmlns:a16="http://schemas.microsoft.com/office/drawing/2014/main" id="{959D1AD1-F82F-B49F-0B2F-967284CE4FA6}"/>
              </a:ext>
            </a:extLst>
          </p:cNvPr>
          <p:cNvSpPr txBox="1">
            <a:spLocks noChangeArrowheads="1"/>
          </p:cNvSpPr>
          <p:nvPr/>
        </p:nvSpPr>
        <p:spPr>
          <a:xfrm>
            <a:off x="145365" y="1047750"/>
            <a:ext cx="11183471" cy="4762500"/>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altLang="fr-FR" sz="2400"/>
              <a:t>The Unicorn company uses 35000 pinion assemblies per year and buys them for €4 each. </a:t>
            </a:r>
          </a:p>
          <a:p>
            <a:pPr lvl="1"/>
            <a:r>
              <a:rPr lang="en" altLang="fr-FR" sz="2400"/>
              <a:t>Cc: The cost of an order is 70 €. </a:t>
            </a:r>
          </a:p>
          <a:p>
            <a:pPr lvl="1"/>
            <a:r>
              <a:rPr lang="en" altLang="fr-FR" sz="2400"/>
              <a:t>CP: The cost of ownership of an assembly is €1.6/year.</a:t>
            </a:r>
          </a:p>
          <a:p>
            <a:pPr lvl="2"/>
            <a:endParaRPr lang="fr-FR" altLang="fr-FR" u="sng"/>
          </a:p>
          <a:p>
            <a:r>
              <a:rPr lang="en" altLang="fr-FR" sz="2400"/>
              <a:t>What is the most economical order quantity?</a:t>
            </a:r>
          </a:p>
          <a:p>
            <a:r>
              <a:rPr lang="en" altLang="fr-FR" sz="2400"/>
              <a:t>How many orders should be placed per year?</a:t>
            </a:r>
          </a:p>
          <a:p>
            <a:r>
              <a:rPr lang="en" altLang="fr-FR" sz="2400"/>
              <a:t>What is the overall cost for this item and what is the actual cost price per item?</a:t>
            </a:r>
          </a:p>
          <a:p>
            <a:r>
              <a:rPr lang="en" altLang="fr-FR" sz="2400"/>
              <a:t>By analyzing last year's variable costs, the purchasing manager realized that they were higher than his target. They were 2900 euros. How much did his employees order?</a:t>
            </a:r>
          </a:p>
        </p:txBody>
      </p:sp>
    </p:spTree>
    <p:extLst>
      <p:ext uri="{BB962C8B-B14F-4D97-AF65-F5344CB8AC3E}">
        <p14:creationId xmlns:p14="http://schemas.microsoft.com/office/powerpoint/2010/main" val="1439701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E2E24-3A6B-9CED-4FA7-BC8BCD8762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5A30CA-79B9-01DF-E403-36B3A09BC902}"/>
              </a:ext>
            </a:extLst>
          </p:cNvPr>
          <p:cNvSpPr>
            <a:spLocks noGrp="1"/>
          </p:cNvSpPr>
          <p:nvPr>
            <p:ph type="title"/>
          </p:nvPr>
        </p:nvSpPr>
        <p:spPr>
          <a:xfrm>
            <a:off x="462887" y="-210301"/>
            <a:ext cx="10515600" cy="1325563"/>
          </a:xfrm>
        </p:spPr>
        <p:txBody>
          <a:bodyPr/>
          <a:lstStyle/>
          <a:p>
            <a:pPr algn="l" rtl="0"/>
            <a:r>
              <a:rPr lang="en"/>
              <a:t>Example Reorder point</a:t>
            </a:r>
          </a:p>
        </p:txBody>
      </p:sp>
      <p:sp>
        <p:nvSpPr>
          <p:cNvPr id="3" name="Espace réservé du pied de page 4">
            <a:extLst>
              <a:ext uri="{FF2B5EF4-FFF2-40B4-BE49-F238E27FC236}">
                <a16:creationId xmlns:a16="http://schemas.microsoft.com/office/drawing/2014/main" id="{8BDA4A11-CB46-D6D4-4E6F-FB963DCBEC37}"/>
              </a:ext>
            </a:extLst>
          </p:cNvPr>
          <p:cNvSpPr>
            <a:spLocks noGrp="1"/>
          </p:cNvSpPr>
          <p:nvPr>
            <p:ph type="ftr" sz="quarter" idx="11"/>
          </p:nvPr>
        </p:nvSpPr>
        <p:spPr>
          <a:xfrm>
            <a:off x="1828800" y="6353525"/>
            <a:ext cx="8727790" cy="365125"/>
          </a:xfrm>
        </p:spPr>
        <p:txBody>
          <a:bodyPr/>
          <a:lstStyle/>
          <a:p>
            <a:r>
              <a:rPr lang="en"/>
              <a:t>R Desmicht – SUTD ESD MSO ©For limited distribution to SUTD-MSO students. All other rights reserved.</a:t>
            </a:r>
            <a:endParaRPr lang="fr-FR"/>
          </a:p>
        </p:txBody>
      </p:sp>
      <p:sp>
        <p:nvSpPr>
          <p:cNvPr id="4" name="Rectangle 3">
            <a:extLst>
              <a:ext uri="{FF2B5EF4-FFF2-40B4-BE49-F238E27FC236}">
                <a16:creationId xmlns:a16="http://schemas.microsoft.com/office/drawing/2014/main" id="{8EB21FC2-B5AF-04B0-D16D-7994D3DA8902}"/>
              </a:ext>
            </a:extLst>
          </p:cNvPr>
          <p:cNvSpPr txBox="1">
            <a:spLocks noChangeArrowheads="1"/>
          </p:cNvSpPr>
          <p:nvPr/>
        </p:nvSpPr>
        <p:spPr>
          <a:xfrm>
            <a:off x="455220" y="1047750"/>
            <a:ext cx="11657063" cy="47625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pPr>
            <a:r>
              <a:rPr lang="en" altLang="fr-FR" sz="2000" dirty="0"/>
              <a:t>Unicorn works 12 months a year. The number of days worked can vary from one month to the next due to different parameters: public holidays, number of weekends, total number of days in the month, etc. It will be considered that there are an average of 20 days worked per month and that this number of days worked per month varies between 18 and 22.</a:t>
            </a:r>
          </a:p>
          <a:p>
            <a:pPr>
              <a:lnSpc>
                <a:spcPct val="90000"/>
              </a:lnSpc>
              <a:buFont typeface="Monotype Sorts" pitchFamily="2" charset="2"/>
              <a:buNone/>
            </a:pPr>
            <a:r>
              <a:rPr lang="en" altLang="fr-FR" sz="2000" dirty="0"/>
              <a:t>Item A is replenished to the reorder point method. </a:t>
            </a:r>
          </a:p>
          <a:p>
            <a:pPr>
              <a:lnSpc>
                <a:spcPct val="90000"/>
              </a:lnSpc>
              <a:buFont typeface="Monotype Sorts" pitchFamily="2" charset="2"/>
              <a:buNone/>
            </a:pPr>
            <a:r>
              <a:rPr lang="en" altLang="fr-FR" sz="2000" dirty="0"/>
              <a:t>The consumption of this item is 20,000 per year. The daily consumption can vary by more or less 10% compared to its average value. </a:t>
            </a:r>
          </a:p>
          <a:p>
            <a:pPr>
              <a:lnSpc>
                <a:spcPct val="90000"/>
              </a:lnSpc>
              <a:buFont typeface="Monotype Sorts" pitchFamily="2" charset="2"/>
              <a:buNone/>
            </a:pPr>
            <a:r>
              <a:rPr lang="en" altLang="fr-FR" sz="2000" dirty="0"/>
              <a:t>The unit purchase price is 30 €uros. The cost of an order is 70 €uros and the annual ownership rate is 25%. </a:t>
            </a:r>
          </a:p>
          <a:p>
            <a:pPr>
              <a:lnSpc>
                <a:spcPct val="90000"/>
              </a:lnSpc>
              <a:buFont typeface="Monotype Sorts" pitchFamily="2" charset="2"/>
              <a:buNone/>
            </a:pPr>
            <a:r>
              <a:rPr lang="en" altLang="fr-FR" sz="2000" dirty="0"/>
              <a:t>The supplier's average lead time is 1 week (5 days), but it may be 2 days late.</a:t>
            </a:r>
          </a:p>
          <a:p>
            <a:pPr>
              <a:lnSpc>
                <a:spcPct val="90000"/>
              </a:lnSpc>
              <a:buFont typeface="Monotype Sorts" pitchFamily="2" charset="2"/>
              <a:buNone/>
            </a:pPr>
            <a:endParaRPr lang="fr-FR" altLang="fr-FR" sz="2000" dirty="0"/>
          </a:p>
          <a:p>
            <a:pPr lvl="1">
              <a:lnSpc>
                <a:spcPct val="90000"/>
              </a:lnSpc>
            </a:pPr>
            <a:r>
              <a:rPr lang="en" altLang="fr-FR" sz="2000" dirty="0"/>
              <a:t>Calculate the reorder point for item A. </a:t>
            </a:r>
          </a:p>
          <a:p>
            <a:pPr lvl="1">
              <a:lnSpc>
                <a:spcPct val="90000"/>
              </a:lnSpc>
            </a:pPr>
            <a:r>
              <a:rPr lang="en" altLang="fr-FR" sz="2000" dirty="0"/>
              <a:t>How many A will you order with each order?</a:t>
            </a:r>
          </a:p>
          <a:p>
            <a:pPr lvl="1">
              <a:lnSpc>
                <a:spcPct val="90000"/>
              </a:lnSpc>
            </a:pPr>
            <a:r>
              <a:rPr lang="en" altLang="fr-FR" sz="2000" dirty="0"/>
              <a:t>When will you place your next order?</a:t>
            </a:r>
          </a:p>
        </p:txBody>
      </p:sp>
    </p:spTree>
    <p:extLst>
      <p:ext uri="{BB962C8B-B14F-4D97-AF65-F5344CB8AC3E}">
        <p14:creationId xmlns:p14="http://schemas.microsoft.com/office/powerpoint/2010/main" val="3488801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FC0BF-B1E3-81E0-30B7-DCD2A24EAF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B41CF1-2305-3D2A-D243-5E75FCA1E07A}"/>
              </a:ext>
            </a:extLst>
          </p:cNvPr>
          <p:cNvSpPr>
            <a:spLocks noGrp="1"/>
          </p:cNvSpPr>
          <p:nvPr>
            <p:ph type="title"/>
          </p:nvPr>
        </p:nvSpPr>
        <p:spPr>
          <a:xfrm>
            <a:off x="462887" y="-210301"/>
            <a:ext cx="10515600" cy="1325563"/>
          </a:xfrm>
        </p:spPr>
        <p:txBody>
          <a:bodyPr/>
          <a:lstStyle/>
          <a:p>
            <a:pPr algn="l" rtl="0"/>
            <a:r>
              <a:rPr lang="en" dirty="0"/>
              <a:t>Example Newsvendor 1</a:t>
            </a:r>
          </a:p>
        </p:txBody>
      </p:sp>
      <p:sp>
        <p:nvSpPr>
          <p:cNvPr id="3" name="Espace réservé du pied de page 4">
            <a:extLst>
              <a:ext uri="{FF2B5EF4-FFF2-40B4-BE49-F238E27FC236}">
                <a16:creationId xmlns:a16="http://schemas.microsoft.com/office/drawing/2014/main" id="{B0963A79-1E8C-A12E-1F72-280E9C1278E7}"/>
              </a:ext>
            </a:extLst>
          </p:cNvPr>
          <p:cNvSpPr>
            <a:spLocks noGrp="1"/>
          </p:cNvSpPr>
          <p:nvPr>
            <p:ph type="ftr" sz="quarter" idx="11"/>
          </p:nvPr>
        </p:nvSpPr>
        <p:spPr>
          <a:xfrm>
            <a:off x="1828800" y="6353525"/>
            <a:ext cx="8727790" cy="365125"/>
          </a:xfrm>
        </p:spPr>
        <p:txBody>
          <a:bodyPr/>
          <a:lstStyle/>
          <a:p>
            <a:r>
              <a:rPr lang="en"/>
              <a:t>R Desmicht – SUTD ESD MSO ©For limited distribution to SUTD-MSO students. All other rights reserved.</a:t>
            </a:r>
            <a:endParaRPr lang="fr-FR"/>
          </a:p>
        </p:txBody>
      </p:sp>
      <p:sp>
        <p:nvSpPr>
          <p:cNvPr id="6" name="TextBox 5">
            <a:extLst>
              <a:ext uri="{FF2B5EF4-FFF2-40B4-BE49-F238E27FC236}">
                <a16:creationId xmlns:a16="http://schemas.microsoft.com/office/drawing/2014/main" id="{2773240F-C2D9-FBC8-8C6F-5306516C595A}"/>
              </a:ext>
            </a:extLst>
          </p:cNvPr>
          <p:cNvSpPr txBox="1"/>
          <p:nvPr/>
        </p:nvSpPr>
        <p:spPr>
          <a:xfrm>
            <a:off x="416209" y="1199324"/>
            <a:ext cx="10006625" cy="3693319"/>
          </a:xfrm>
          <a:prstGeom prst="rect">
            <a:avLst/>
          </a:prstGeom>
          <a:noFill/>
        </p:spPr>
        <p:txBody>
          <a:bodyPr wrap="square">
            <a:spAutoFit/>
          </a:bodyPr>
          <a:lstStyle/>
          <a:p>
            <a:pPr>
              <a:buNone/>
            </a:pPr>
            <a:r>
              <a:rPr lang="en-GB" b="1" dirty="0"/>
              <a:t>Exercise 1 — Fresh flower stand</a:t>
            </a:r>
          </a:p>
          <a:p>
            <a:pPr>
              <a:buNone/>
            </a:pPr>
            <a:r>
              <a:rPr lang="en-GB" b="1" dirty="0"/>
              <a:t>Context:</a:t>
            </a:r>
            <a:r>
              <a:rPr lang="en-GB" dirty="0"/>
              <a:t> A florist buys roses each morning to sell throughout the day. Unsold roses are worthless by evening (perishable). The florist needs to decide how many dozens to order.</a:t>
            </a:r>
          </a:p>
          <a:p>
            <a:pPr>
              <a:buNone/>
            </a:pPr>
            <a:r>
              <a:rPr lang="en-GB" b="1" dirty="0"/>
              <a:t>Given:</a:t>
            </a:r>
            <a:endParaRPr lang="en-GB" dirty="0"/>
          </a:p>
          <a:p>
            <a:pPr>
              <a:buFont typeface="Arial" panose="020B0604020202020204" pitchFamily="34" charset="0"/>
              <a:buChar char="•"/>
            </a:pPr>
            <a:r>
              <a:rPr lang="en-GB" dirty="0"/>
              <a:t>Selling price: $20/dozen</a:t>
            </a:r>
          </a:p>
          <a:p>
            <a:pPr>
              <a:buFont typeface="Arial" panose="020B0604020202020204" pitchFamily="34" charset="0"/>
              <a:buChar char="•"/>
            </a:pPr>
            <a:r>
              <a:rPr lang="en-GB" dirty="0"/>
              <a:t>Purchase cost: $8/dozen</a:t>
            </a:r>
          </a:p>
          <a:p>
            <a:pPr>
              <a:buFont typeface="Arial" panose="020B0604020202020204" pitchFamily="34" charset="0"/>
              <a:buChar char="•"/>
            </a:pPr>
            <a:r>
              <a:rPr lang="en-GB" dirty="0"/>
              <a:t>Salvage value: $0 (unsold roses discarded)</a:t>
            </a:r>
          </a:p>
          <a:p>
            <a:pPr>
              <a:buFont typeface="Arial" panose="020B0604020202020204" pitchFamily="34" charset="0"/>
              <a:buChar char="•"/>
            </a:pPr>
            <a:r>
              <a:rPr lang="en-GB" dirty="0"/>
              <a:t>Daily demand is normally distributed: mean μ = 50 dozens, standard deviation σ = 12 dozens</a:t>
            </a:r>
          </a:p>
          <a:p>
            <a:pPr>
              <a:buNone/>
            </a:pPr>
            <a:r>
              <a:rPr lang="en-GB" b="1" dirty="0"/>
              <a:t>Questions:</a:t>
            </a:r>
            <a:endParaRPr lang="en-GB" dirty="0"/>
          </a:p>
          <a:p>
            <a:pPr>
              <a:buFont typeface="+mj-lt"/>
              <a:buAutoNum type="arabicPeriod"/>
            </a:pPr>
            <a:r>
              <a:rPr lang="en-GB" dirty="0"/>
              <a:t>What is the critical ratio (service level)?</a:t>
            </a:r>
          </a:p>
          <a:p>
            <a:pPr>
              <a:buFont typeface="+mj-lt"/>
              <a:buAutoNum type="arabicPeriod"/>
            </a:pPr>
            <a:r>
              <a:rPr lang="en-GB" dirty="0"/>
              <a:t>What is the optimal order quantity Q*?</a:t>
            </a:r>
          </a:p>
          <a:p>
            <a:pPr>
              <a:buFont typeface="+mj-lt"/>
              <a:buAutoNum type="arabicPeriod"/>
            </a:pPr>
            <a:r>
              <a:rPr lang="en-GB" dirty="0"/>
              <a:t>What is the expected profit?</a:t>
            </a:r>
          </a:p>
          <a:p>
            <a:pPr>
              <a:buFont typeface="+mj-lt"/>
              <a:buAutoNum type="arabicPeriod"/>
            </a:pPr>
            <a:r>
              <a:rPr lang="en-GB" dirty="0"/>
              <a:t>If the vendor orders 55 dozens what is the expected profit?</a:t>
            </a:r>
          </a:p>
        </p:txBody>
      </p:sp>
    </p:spTree>
    <p:extLst>
      <p:ext uri="{BB962C8B-B14F-4D97-AF65-F5344CB8AC3E}">
        <p14:creationId xmlns:p14="http://schemas.microsoft.com/office/powerpoint/2010/main" val="410995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249F-A747-F825-51CA-6F95F38500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77C234-513E-0E0A-E4B1-D0D1C4D64E1E}"/>
              </a:ext>
            </a:extLst>
          </p:cNvPr>
          <p:cNvSpPr>
            <a:spLocks noGrp="1"/>
          </p:cNvSpPr>
          <p:nvPr>
            <p:ph type="title"/>
          </p:nvPr>
        </p:nvSpPr>
        <p:spPr>
          <a:xfrm>
            <a:off x="462887" y="-210301"/>
            <a:ext cx="10515600" cy="1325563"/>
          </a:xfrm>
        </p:spPr>
        <p:txBody>
          <a:bodyPr/>
          <a:lstStyle/>
          <a:p>
            <a:pPr algn="l" rtl="0"/>
            <a:r>
              <a:rPr lang="en" dirty="0"/>
              <a:t>Example Newsvendor 2</a:t>
            </a:r>
          </a:p>
        </p:txBody>
      </p:sp>
      <p:sp>
        <p:nvSpPr>
          <p:cNvPr id="3" name="Espace réservé du pied de page 4">
            <a:extLst>
              <a:ext uri="{FF2B5EF4-FFF2-40B4-BE49-F238E27FC236}">
                <a16:creationId xmlns:a16="http://schemas.microsoft.com/office/drawing/2014/main" id="{25E83C0A-F933-FA1A-9FA2-EA64C78551B6}"/>
              </a:ext>
            </a:extLst>
          </p:cNvPr>
          <p:cNvSpPr>
            <a:spLocks noGrp="1"/>
          </p:cNvSpPr>
          <p:nvPr>
            <p:ph type="ftr" sz="quarter" idx="11"/>
          </p:nvPr>
        </p:nvSpPr>
        <p:spPr>
          <a:xfrm>
            <a:off x="1828800" y="6353525"/>
            <a:ext cx="8727790" cy="365125"/>
          </a:xfrm>
        </p:spPr>
        <p:txBody>
          <a:bodyPr/>
          <a:lstStyle/>
          <a:p>
            <a:r>
              <a:rPr lang="en"/>
              <a:t>R Desmicht – SUTD ESD MSO ©For limited distribution to SUTD-MSO students. All other rights reserved.</a:t>
            </a:r>
            <a:endParaRPr lang="fr-FR"/>
          </a:p>
        </p:txBody>
      </p:sp>
      <p:sp>
        <p:nvSpPr>
          <p:cNvPr id="5" name="TextBox 4">
            <a:extLst>
              <a:ext uri="{FF2B5EF4-FFF2-40B4-BE49-F238E27FC236}">
                <a16:creationId xmlns:a16="http://schemas.microsoft.com/office/drawing/2014/main" id="{F415BA2D-32E7-30F7-D401-26DB9D0391DB}"/>
              </a:ext>
            </a:extLst>
          </p:cNvPr>
          <p:cNvSpPr txBox="1"/>
          <p:nvPr/>
        </p:nvSpPr>
        <p:spPr>
          <a:xfrm>
            <a:off x="397565" y="1624660"/>
            <a:ext cx="10058400" cy="3608680"/>
          </a:xfrm>
          <a:prstGeom prst="rect">
            <a:avLst/>
          </a:prstGeom>
          <a:noFill/>
        </p:spPr>
        <p:txBody>
          <a:bodyPr wrap="square">
            <a:spAutoFit/>
          </a:bodyPr>
          <a:lstStyle/>
          <a:p>
            <a:pPr algn="l">
              <a:buNone/>
            </a:pPr>
            <a:r>
              <a:rPr lang="en-GB" b="0" i="0" dirty="0">
                <a:solidFill>
                  <a:srgbClr val="141413"/>
                </a:solidFill>
                <a:effectLst/>
                <a:latin typeface="Anthropic Sans"/>
              </a:rPr>
              <a:t>A toy store must place a single order for a limited-edition toy before the holiday season. Any units unsold after the holidays are sold at a discount. Based on market research, demand is normally distributed.</a:t>
            </a:r>
          </a:p>
          <a:p>
            <a:pPr algn="l">
              <a:spcAft>
                <a:spcPts val="300"/>
              </a:spcAft>
              <a:buNone/>
            </a:pPr>
            <a:r>
              <a:rPr lang="en-GB" b="0" i="0" dirty="0">
                <a:solidFill>
                  <a:srgbClr val="3D3D3A"/>
                </a:solidFill>
                <a:effectLst/>
                <a:latin typeface="Anthropic Sans"/>
              </a:rPr>
              <a:t>Selling price (p)= </a:t>
            </a:r>
            <a:r>
              <a:rPr lang="en-GB" b="0" i="0" dirty="0">
                <a:solidFill>
                  <a:srgbClr val="141413"/>
                </a:solidFill>
                <a:effectLst/>
                <a:latin typeface="Anthropic Sans"/>
              </a:rPr>
              <a:t>$45</a:t>
            </a:r>
          </a:p>
          <a:p>
            <a:pPr algn="l">
              <a:spcAft>
                <a:spcPts val="300"/>
              </a:spcAft>
              <a:buNone/>
            </a:pPr>
            <a:r>
              <a:rPr lang="en-GB" b="0" i="0" dirty="0">
                <a:solidFill>
                  <a:srgbClr val="3D3D3A"/>
                </a:solidFill>
                <a:effectLst/>
                <a:latin typeface="Anthropic Sans"/>
              </a:rPr>
              <a:t>Cost (c)=</a:t>
            </a:r>
            <a:r>
              <a:rPr lang="en-GB" b="0" i="0" dirty="0">
                <a:solidFill>
                  <a:srgbClr val="141413"/>
                </a:solidFill>
                <a:effectLst/>
                <a:latin typeface="Anthropic Sans"/>
              </a:rPr>
              <a:t>$25</a:t>
            </a:r>
          </a:p>
          <a:p>
            <a:pPr algn="l">
              <a:spcAft>
                <a:spcPts val="300"/>
              </a:spcAft>
              <a:buNone/>
            </a:pPr>
            <a:r>
              <a:rPr lang="en-GB" b="0" i="0" dirty="0">
                <a:solidFill>
                  <a:srgbClr val="3D3D3A"/>
                </a:solidFill>
                <a:effectLst/>
                <a:latin typeface="Anthropic Sans"/>
              </a:rPr>
              <a:t>Salvage (s)=</a:t>
            </a:r>
            <a:r>
              <a:rPr lang="en-GB" b="0" i="0" dirty="0">
                <a:solidFill>
                  <a:srgbClr val="141413"/>
                </a:solidFill>
                <a:effectLst/>
                <a:latin typeface="Anthropic Sans"/>
              </a:rPr>
              <a:t>$10</a:t>
            </a:r>
          </a:p>
          <a:p>
            <a:pPr algn="l">
              <a:spcAft>
                <a:spcPts val="300"/>
              </a:spcAft>
              <a:buNone/>
            </a:pPr>
            <a:r>
              <a:rPr lang="en-GB" b="0" i="0" dirty="0">
                <a:solidFill>
                  <a:srgbClr val="3D3D3A"/>
                </a:solidFill>
                <a:effectLst/>
                <a:latin typeface="Anthropic Sans"/>
              </a:rPr>
              <a:t>Demand μ </a:t>
            </a:r>
            <a:r>
              <a:rPr lang="en-GB" b="0" i="0" dirty="0">
                <a:solidFill>
                  <a:srgbClr val="141413"/>
                </a:solidFill>
                <a:effectLst/>
                <a:latin typeface="Anthropic Sans"/>
              </a:rPr>
              <a:t>200 units</a:t>
            </a:r>
          </a:p>
          <a:p>
            <a:pPr algn="l">
              <a:spcAft>
                <a:spcPts val="300"/>
              </a:spcAft>
              <a:buNone/>
            </a:pPr>
            <a:r>
              <a:rPr lang="en-GB" b="0" i="0" dirty="0">
                <a:solidFill>
                  <a:srgbClr val="3D3D3A"/>
                </a:solidFill>
                <a:effectLst/>
                <a:latin typeface="Anthropic Sans"/>
              </a:rPr>
              <a:t>Demand σ </a:t>
            </a:r>
            <a:r>
              <a:rPr lang="en-GB" b="0" i="0" dirty="0">
                <a:solidFill>
                  <a:srgbClr val="141413"/>
                </a:solidFill>
                <a:effectLst/>
                <a:latin typeface="Anthropic Sans"/>
              </a:rPr>
              <a:t>40 units</a:t>
            </a:r>
          </a:p>
          <a:p>
            <a:pPr algn="l">
              <a:buNone/>
            </a:pPr>
            <a:r>
              <a:rPr lang="en-GB" b="0" i="0" dirty="0">
                <a:solidFill>
                  <a:srgbClr val="3D3D3A"/>
                </a:solidFill>
                <a:effectLst/>
                <a:latin typeface="Anthropic Sans"/>
              </a:rPr>
              <a:t>Questions: </a:t>
            </a:r>
          </a:p>
          <a:p>
            <a:pPr marL="342900" indent="-342900" algn="l">
              <a:buAutoNum type="arabicParenBoth"/>
            </a:pPr>
            <a:r>
              <a:rPr lang="en-GB" b="0" i="0" dirty="0">
                <a:solidFill>
                  <a:srgbClr val="3D3D3A"/>
                </a:solidFill>
                <a:effectLst/>
                <a:latin typeface="Anthropic Sans"/>
              </a:rPr>
              <a:t>What is the critical ratio? </a:t>
            </a:r>
          </a:p>
          <a:p>
            <a:pPr marL="342900" indent="-342900" algn="l">
              <a:buAutoNum type="arabicParenBoth"/>
            </a:pPr>
            <a:r>
              <a:rPr lang="en-GB" b="0" i="0" dirty="0">
                <a:solidFill>
                  <a:srgbClr val="3D3D3A"/>
                </a:solidFill>
                <a:effectLst/>
                <a:latin typeface="Anthropic Sans"/>
              </a:rPr>
              <a:t>(2) What is the optimal order quantity Q*? </a:t>
            </a:r>
          </a:p>
          <a:p>
            <a:pPr marL="342900" indent="-342900" algn="l">
              <a:buAutoNum type="arabicParenBoth"/>
            </a:pPr>
            <a:r>
              <a:rPr lang="en-GB" b="0" i="0" dirty="0">
                <a:solidFill>
                  <a:srgbClr val="3D3D3A"/>
                </a:solidFill>
                <a:effectLst/>
                <a:latin typeface="Anthropic Sans"/>
              </a:rPr>
              <a:t> A manager proposes ordering 220 units to "be safe." Is this above or below Q*? What does ordering 220 imply about the assumed in-stock probability?</a:t>
            </a:r>
          </a:p>
        </p:txBody>
      </p:sp>
    </p:spTree>
    <p:extLst>
      <p:ext uri="{BB962C8B-B14F-4D97-AF65-F5344CB8AC3E}">
        <p14:creationId xmlns:p14="http://schemas.microsoft.com/office/powerpoint/2010/main" val="2088795704"/>
      </p:ext>
    </p:extLst>
  </p:cSld>
  <p:clrMapOvr>
    <a:masterClrMapping/>
  </p:clrMapOvr>
</p:sld>
</file>

<file path=ppt/theme/theme1.xml><?xml version="1.0" encoding="utf-8"?>
<a:theme xmlns:a="http://schemas.openxmlformats.org/drawingml/2006/main" name="Roxan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4FF880307FB5214CAF087AE3F5FCCCAF" ma:contentTypeVersion="2" ma:contentTypeDescription="Create a new document." ma:contentTypeScope="" ma:versionID="c1cc50baf9e20d2f90b46641dd84d222">
  <xsd:schema xmlns:xsd="http://www.w3.org/2001/XMLSchema" xmlns:xs="http://www.w3.org/2001/XMLSchema" xmlns:p="http://schemas.microsoft.com/office/2006/metadata/properties" xmlns:ns2="3d4f26da-c66a-415e-afb3-c3e30de15fc9" targetNamespace="http://schemas.microsoft.com/office/2006/metadata/properties" ma:root="true" ma:fieldsID="cb6eac8164304a1323c237f2b981dc6b" ns2:_="">
    <xsd:import namespace="3d4f26da-c66a-415e-afb3-c3e30de15fc9"/>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4f26da-c66a-415e-afb3-c3e30de15fc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3d4f26da-c66a-415e-afb3-c3e30de15fc9">YXY5U54QP6J5-111-243</_dlc_DocId>
    <_dlc_DocIdUrl xmlns="3d4f26da-c66a-415e-afb3-c3e30de15fc9">
      <Url>https://sutdcentral.sutd.edu.sg/Departments/MAC/_layouts/15/DocIdRedir.aspx?ID=YXY5U54QP6J5-111-243</Url>
      <Description>YXY5U54QP6J5-111-243</Description>
    </_dlc_DocIdUrl>
  </documentManagement>
</p:properties>
</file>

<file path=customXml/itemProps1.xml><?xml version="1.0" encoding="utf-8"?>
<ds:datastoreItem xmlns:ds="http://schemas.openxmlformats.org/officeDocument/2006/customXml" ds:itemID="{AB538EB2-585F-4829-8B0F-4F8EB9A32648}">
  <ds:schemaRefs>
    <ds:schemaRef ds:uri="http://schemas.microsoft.com/sharepoint/v3/contenttype/forms"/>
  </ds:schemaRefs>
</ds:datastoreItem>
</file>

<file path=customXml/itemProps2.xml><?xml version="1.0" encoding="utf-8"?>
<ds:datastoreItem xmlns:ds="http://schemas.openxmlformats.org/officeDocument/2006/customXml" ds:itemID="{8E7A51D8-AEA6-47BF-B856-83D7F3C65667}">
  <ds:schemaRefs>
    <ds:schemaRef ds:uri="http://schemas.microsoft.com/sharepoint/events"/>
  </ds:schemaRefs>
</ds:datastoreItem>
</file>

<file path=customXml/itemProps3.xml><?xml version="1.0" encoding="utf-8"?>
<ds:datastoreItem xmlns:ds="http://schemas.openxmlformats.org/officeDocument/2006/customXml" ds:itemID="{F03E143D-0C86-4E73-BBC9-06EA13392710}">
  <ds:schemaRefs>
    <ds:schemaRef ds:uri="3d4f26da-c66a-415e-afb3-c3e30de15fc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D364474A-2082-4FE9-BB5E-4B0BBCF391D5}">
  <ds:schemaRefs>
    <ds:schemaRef ds:uri="3d4f26da-c66a-415e-afb3-c3e30de15fc9"/>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Widescreen</PresentationFormat>
  <Paragraphs>53</Paragraphs>
  <Slides>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Anthropic Sans</vt:lpstr>
      <vt:lpstr>Aptos</vt:lpstr>
      <vt:lpstr>Aptos Display</vt:lpstr>
      <vt:lpstr>Arial</vt:lpstr>
      <vt:lpstr>CMSS8</vt:lpstr>
      <vt:lpstr>Monotype Sorts</vt:lpstr>
      <vt:lpstr>SFSS1095</vt:lpstr>
      <vt:lpstr>Roxane</vt:lpstr>
      <vt:lpstr>Manufacturing and Service Operations MSO 40.012</vt:lpstr>
      <vt:lpstr>Example EOQ</vt:lpstr>
      <vt:lpstr>Example Reorder point</vt:lpstr>
      <vt:lpstr>Example Newsvendor 1</vt:lpstr>
      <vt:lpstr>Example Newsvendor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roxane desmicht</dc:creator>
  <cp:lastModifiedBy>roxane desmicht</cp:lastModifiedBy>
  <cp:revision>1</cp:revision>
  <dcterms:modified xsi:type="dcterms:W3CDTF">2026-05-19T02:41:54Z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298231-ee28-4c9e-9ffa-238d0040efda_Enabled">
    <vt:lpwstr>true</vt:lpwstr>
  </property>
  <property fmtid="{D5CDD505-2E9C-101B-9397-08002B2CF9AE}" pid="3" name="MSIP_Label_be298231-ee28-4c9e-9ffa-238d0040efda_SetDate">
    <vt:lpwstr>2024-02-08T02:22:06Z</vt:lpwstr>
  </property>
  <property fmtid="{D5CDD505-2E9C-101B-9397-08002B2CF9AE}" pid="4" name="MSIP_Label_be298231-ee28-4c9e-9ffa-238d0040efda_Method">
    <vt:lpwstr>Privileged</vt:lpwstr>
  </property>
  <property fmtid="{D5CDD505-2E9C-101B-9397-08002B2CF9AE}" pid="5" name="MSIP_Label_be298231-ee28-4c9e-9ffa-238d0040efda_Name">
    <vt:lpwstr>Public</vt:lpwstr>
  </property>
  <property fmtid="{D5CDD505-2E9C-101B-9397-08002B2CF9AE}" pid="6" name="MSIP_Label_be298231-ee28-4c9e-9ffa-238d0040efda_SiteId">
    <vt:lpwstr>3476b776-e990-4f72-b950-62489831623d</vt:lpwstr>
  </property>
  <property fmtid="{D5CDD505-2E9C-101B-9397-08002B2CF9AE}" pid="7" name="MSIP_Label_be298231-ee28-4c9e-9ffa-238d0040efda_ActionId">
    <vt:lpwstr>72b79aa1-8605-4ce7-b4d0-bc412d2c6b08</vt:lpwstr>
  </property>
  <property fmtid="{D5CDD505-2E9C-101B-9397-08002B2CF9AE}" pid="8" name="MSIP_Label_be298231-ee28-4c9e-9ffa-238d0040efda_ContentBits">
    <vt:lpwstr>0</vt:lpwstr>
  </property>
  <property fmtid="{D5CDD505-2E9C-101B-9397-08002B2CF9AE}" pid="9" name="ContentTypeId">
    <vt:lpwstr>0x0101004FF880307FB5214CAF087AE3F5FCCCAF</vt:lpwstr>
  </property>
  <property fmtid="{D5CDD505-2E9C-101B-9397-08002B2CF9AE}" pid="10" name="_dlc_DocIdItemGuid">
    <vt:lpwstr>fb360040-d834-41e6-bb2c-614febe85d6b</vt:lpwstr>
  </property>
</Properties>
</file>