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5"/>
  </p:sldMasterIdLst>
  <p:notesMasterIdLst>
    <p:notesMasterId r:id="rId13"/>
  </p:notesMasterIdLst>
  <p:sldIdLst>
    <p:sldId id="307" r:id="rId6"/>
    <p:sldId id="412" r:id="rId7"/>
    <p:sldId id="419" r:id="rId8"/>
    <p:sldId id="420" r:id="rId9"/>
    <p:sldId id="413" r:id="rId10"/>
    <p:sldId id="414" r:id="rId11"/>
    <p:sldId id="41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6F9AA7-90D9-457D-AC27-FE85A7E1568D}" v="9" dt="2026-04-17T06:25:46.9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3" d="100"/>
          <a:sy n="63" d="100"/>
        </p:scale>
        <p:origin x="345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xane desmicht" userId="ac1d6fb7a88f37a7" providerId="LiveId" clId="{93753085-ACB4-4C39-BA21-C7E5BA9510B2}"/>
    <pc:docChg chg="custSel addSld delSld modSld">
      <pc:chgData name="roxane desmicht" userId="ac1d6fb7a88f37a7" providerId="LiveId" clId="{93753085-ACB4-4C39-BA21-C7E5BA9510B2}" dt="2026-04-17T06:37:40.295" v="334" actId="1076"/>
      <pc:docMkLst>
        <pc:docMk/>
      </pc:docMkLst>
      <pc:sldChg chg="addSp delSp modSp mod">
        <pc:chgData name="roxane desmicht" userId="ac1d6fb7a88f37a7" providerId="LiveId" clId="{93753085-ACB4-4C39-BA21-C7E5BA9510B2}" dt="2026-04-17T06:21:13.246" v="15" actId="14100"/>
        <pc:sldMkLst>
          <pc:docMk/>
          <pc:sldMk cId="1439701262" sldId="412"/>
        </pc:sldMkLst>
        <pc:spChg chg="mod">
          <ac:chgData name="roxane desmicht" userId="ac1d6fb7a88f37a7" providerId="LiveId" clId="{93753085-ACB4-4C39-BA21-C7E5BA9510B2}" dt="2026-04-17T06:19:09.546" v="2" actId="20577"/>
          <ac:spMkLst>
            <pc:docMk/>
            <pc:sldMk cId="1439701262" sldId="412"/>
            <ac:spMk id="2" creationId="{00000000-0000-0000-0000-000000000000}"/>
          </ac:spMkLst>
        </pc:spChg>
        <pc:spChg chg="add mod">
          <ac:chgData name="roxane desmicht" userId="ac1d6fb7a88f37a7" providerId="LiveId" clId="{93753085-ACB4-4C39-BA21-C7E5BA9510B2}" dt="2026-04-17T06:21:09.415" v="14" actId="14100"/>
          <ac:spMkLst>
            <pc:docMk/>
            <pc:sldMk cId="1439701262" sldId="412"/>
            <ac:spMk id="6" creationId="{465759F6-F8BD-A76C-4EC7-8D0D59179A5F}"/>
          </ac:spMkLst>
        </pc:spChg>
        <pc:spChg chg="del">
          <ac:chgData name="roxane desmicht" userId="ac1d6fb7a88f37a7" providerId="LiveId" clId="{93753085-ACB4-4C39-BA21-C7E5BA9510B2}" dt="2026-04-17T06:19:18.366" v="4" actId="478"/>
          <ac:spMkLst>
            <pc:docMk/>
            <pc:sldMk cId="1439701262" sldId="412"/>
            <ac:spMk id="8" creationId="{959D1AD1-F82F-B49F-0B2F-967284CE4FA6}"/>
          </ac:spMkLst>
        </pc:spChg>
        <pc:graphicFrameChg chg="del">
          <ac:chgData name="roxane desmicht" userId="ac1d6fb7a88f37a7" providerId="LiveId" clId="{93753085-ACB4-4C39-BA21-C7E5BA9510B2}" dt="2026-04-17T06:19:14.559" v="3" actId="478"/>
          <ac:graphicFrameMkLst>
            <pc:docMk/>
            <pc:sldMk cId="1439701262" sldId="412"/>
            <ac:graphicFrameMk id="4" creationId="{61CCDFEF-11C5-DAC2-1B88-60590756CAC0}"/>
          </ac:graphicFrameMkLst>
        </pc:graphicFrameChg>
        <pc:picChg chg="add mod">
          <ac:chgData name="roxane desmicht" userId="ac1d6fb7a88f37a7" providerId="LiveId" clId="{93753085-ACB4-4C39-BA21-C7E5BA9510B2}" dt="2026-04-17T06:21:13.246" v="15" actId="14100"/>
          <ac:picMkLst>
            <pc:docMk/>
            <pc:sldMk cId="1439701262" sldId="412"/>
            <ac:picMk id="9" creationId="{C3BF2D18-713F-86B7-CDE8-62C94C612DE4}"/>
          </ac:picMkLst>
        </pc:picChg>
      </pc:sldChg>
      <pc:sldChg chg="addSp delSp modSp mod">
        <pc:chgData name="roxane desmicht" userId="ac1d6fb7a88f37a7" providerId="LiveId" clId="{93753085-ACB4-4C39-BA21-C7E5BA9510B2}" dt="2026-04-17T06:25:46.953" v="99" actId="1076"/>
        <pc:sldMkLst>
          <pc:docMk/>
          <pc:sldMk cId="3488801263" sldId="413"/>
        </pc:sldMkLst>
        <pc:spChg chg="mod">
          <ac:chgData name="roxane desmicht" userId="ac1d6fb7a88f37a7" providerId="LiveId" clId="{93753085-ACB4-4C39-BA21-C7E5BA9510B2}" dt="2026-04-17T06:25:10.020" v="95" actId="20577"/>
          <ac:spMkLst>
            <pc:docMk/>
            <pc:sldMk cId="3488801263" sldId="413"/>
            <ac:spMk id="2" creationId="{525A30CA-79B9-01DF-E403-36B3A09BC902}"/>
          </ac:spMkLst>
        </pc:spChg>
        <pc:spChg chg="del">
          <ac:chgData name="roxane desmicht" userId="ac1d6fb7a88f37a7" providerId="LiveId" clId="{93753085-ACB4-4C39-BA21-C7E5BA9510B2}" dt="2026-04-17T06:25:40.177" v="97" actId="478"/>
          <ac:spMkLst>
            <pc:docMk/>
            <pc:sldMk cId="3488801263" sldId="413"/>
            <ac:spMk id="4" creationId="{37BE771B-F2E2-2FE0-D650-061DCAAF0A71}"/>
          </ac:spMkLst>
        </pc:spChg>
        <pc:spChg chg="add mod">
          <ac:chgData name="roxane desmicht" userId="ac1d6fb7a88f37a7" providerId="LiveId" clId="{93753085-ACB4-4C39-BA21-C7E5BA9510B2}" dt="2026-04-17T06:25:46.953" v="99" actId="1076"/>
          <ac:spMkLst>
            <pc:docMk/>
            <pc:sldMk cId="3488801263" sldId="413"/>
            <ac:spMk id="5" creationId="{0AECC716-E538-DB31-1FF2-2CB21D06E639}"/>
          </ac:spMkLst>
        </pc:spChg>
        <pc:graphicFrameChg chg="del">
          <ac:chgData name="roxane desmicht" userId="ac1d6fb7a88f37a7" providerId="LiveId" clId="{93753085-ACB4-4C39-BA21-C7E5BA9510B2}" dt="2026-04-17T06:25:15.579" v="96" actId="478"/>
          <ac:graphicFrameMkLst>
            <pc:docMk/>
            <pc:sldMk cId="3488801263" sldId="413"/>
            <ac:graphicFrameMk id="6" creationId="{3536C7A0-B83A-CEB3-033B-3BB258B99909}"/>
          </ac:graphicFrameMkLst>
        </pc:graphicFrameChg>
      </pc:sldChg>
      <pc:sldChg chg="addSp delSp modSp mod delAnim modAnim">
        <pc:chgData name="roxane desmicht" userId="ac1d6fb7a88f37a7" providerId="LiveId" clId="{93753085-ACB4-4C39-BA21-C7E5BA9510B2}" dt="2026-04-17T06:33:41.440" v="145" actId="1076"/>
        <pc:sldMkLst>
          <pc:docMk/>
          <pc:sldMk cId="4109959839" sldId="414"/>
        </pc:sldMkLst>
        <pc:spChg chg="mod">
          <ac:chgData name="roxane desmicht" userId="ac1d6fb7a88f37a7" providerId="LiveId" clId="{93753085-ACB4-4C39-BA21-C7E5BA9510B2}" dt="2026-04-17T06:29:13.111" v="102" actId="20577"/>
          <ac:spMkLst>
            <pc:docMk/>
            <pc:sldMk cId="4109959839" sldId="414"/>
            <ac:spMk id="2" creationId="{F1B41CF1-2305-3D2A-D243-5E75FCA1E07A}"/>
          </ac:spMkLst>
        </pc:spChg>
        <pc:spChg chg="del">
          <ac:chgData name="roxane desmicht" userId="ac1d6fb7a88f37a7" providerId="LiveId" clId="{93753085-ACB4-4C39-BA21-C7E5BA9510B2}" dt="2026-04-17T06:29:17.593" v="103" actId="478"/>
          <ac:spMkLst>
            <pc:docMk/>
            <pc:sldMk cId="4109959839" sldId="414"/>
            <ac:spMk id="4" creationId="{1124B212-6A3C-4A41-485F-A9D1DDA53E7B}"/>
          </ac:spMkLst>
        </pc:spChg>
        <pc:spChg chg="add del mod">
          <ac:chgData name="roxane desmicht" userId="ac1d6fb7a88f37a7" providerId="LiveId" clId="{93753085-ACB4-4C39-BA21-C7E5BA9510B2}" dt="2026-04-17T06:33:31.769" v="142" actId="478"/>
          <ac:spMkLst>
            <pc:docMk/>
            <pc:sldMk cId="4109959839" sldId="414"/>
            <ac:spMk id="6" creationId="{A27B675F-813F-FBEF-E39A-8C58194BC066}"/>
          </ac:spMkLst>
        </pc:spChg>
        <pc:spChg chg="mod">
          <ac:chgData name="roxane desmicht" userId="ac1d6fb7a88f37a7" providerId="LiveId" clId="{93753085-ACB4-4C39-BA21-C7E5BA9510B2}" dt="2026-04-17T06:30:28.161" v="105"/>
          <ac:spMkLst>
            <pc:docMk/>
            <pc:sldMk cId="4109959839" sldId="414"/>
            <ac:spMk id="10" creationId="{E6DD6C68-5527-FC38-56C4-5EF62CA61398}"/>
          </ac:spMkLst>
        </pc:spChg>
        <pc:spChg chg="mod">
          <ac:chgData name="roxane desmicht" userId="ac1d6fb7a88f37a7" providerId="LiveId" clId="{93753085-ACB4-4C39-BA21-C7E5BA9510B2}" dt="2026-04-17T06:30:28.161" v="105"/>
          <ac:spMkLst>
            <pc:docMk/>
            <pc:sldMk cId="4109959839" sldId="414"/>
            <ac:spMk id="12" creationId="{6BE92D97-6AFA-596B-C028-6A69F79821C1}"/>
          </ac:spMkLst>
        </pc:spChg>
        <pc:spChg chg="mod">
          <ac:chgData name="roxane desmicht" userId="ac1d6fb7a88f37a7" providerId="LiveId" clId="{93753085-ACB4-4C39-BA21-C7E5BA9510B2}" dt="2026-04-17T06:30:28.161" v="105"/>
          <ac:spMkLst>
            <pc:docMk/>
            <pc:sldMk cId="4109959839" sldId="414"/>
            <ac:spMk id="16" creationId="{7AF8BE6D-D190-1E25-168E-E32EB91FDA7D}"/>
          </ac:spMkLst>
        </pc:spChg>
        <pc:spChg chg="mod">
          <ac:chgData name="roxane desmicht" userId="ac1d6fb7a88f37a7" providerId="LiveId" clId="{93753085-ACB4-4C39-BA21-C7E5BA9510B2}" dt="2026-04-17T06:30:28.161" v="105"/>
          <ac:spMkLst>
            <pc:docMk/>
            <pc:sldMk cId="4109959839" sldId="414"/>
            <ac:spMk id="24" creationId="{DEA1050E-55D7-5CD2-775B-4DCA62F78BB9}"/>
          </ac:spMkLst>
        </pc:spChg>
        <pc:spChg chg="mod">
          <ac:chgData name="roxane desmicht" userId="ac1d6fb7a88f37a7" providerId="LiveId" clId="{93753085-ACB4-4C39-BA21-C7E5BA9510B2}" dt="2026-04-17T06:30:28.161" v="105"/>
          <ac:spMkLst>
            <pc:docMk/>
            <pc:sldMk cId="4109959839" sldId="414"/>
            <ac:spMk id="26" creationId="{9C825D37-CBB3-A384-D274-B74FDACA9B51}"/>
          </ac:spMkLst>
        </pc:spChg>
        <pc:spChg chg="mod">
          <ac:chgData name="roxane desmicht" userId="ac1d6fb7a88f37a7" providerId="LiveId" clId="{93753085-ACB4-4C39-BA21-C7E5BA9510B2}" dt="2026-04-17T06:30:28.161" v="105"/>
          <ac:spMkLst>
            <pc:docMk/>
            <pc:sldMk cId="4109959839" sldId="414"/>
            <ac:spMk id="31" creationId="{975CB629-DDC2-F3B1-641D-9938F0EEDBA5}"/>
          </ac:spMkLst>
        </pc:spChg>
        <pc:spChg chg="mod">
          <ac:chgData name="roxane desmicht" userId="ac1d6fb7a88f37a7" providerId="LiveId" clId="{93753085-ACB4-4C39-BA21-C7E5BA9510B2}" dt="2026-04-17T06:30:28.161" v="105"/>
          <ac:spMkLst>
            <pc:docMk/>
            <pc:sldMk cId="4109959839" sldId="414"/>
            <ac:spMk id="33" creationId="{C23877B2-DE36-1E11-BA96-51E234A04F7E}"/>
          </ac:spMkLst>
        </pc:spChg>
        <pc:spChg chg="mod">
          <ac:chgData name="roxane desmicht" userId="ac1d6fb7a88f37a7" providerId="LiveId" clId="{93753085-ACB4-4C39-BA21-C7E5BA9510B2}" dt="2026-04-17T06:30:28.161" v="105"/>
          <ac:spMkLst>
            <pc:docMk/>
            <pc:sldMk cId="4109959839" sldId="414"/>
            <ac:spMk id="35" creationId="{724DAF0A-05E5-7191-4B06-640EA97D442F}"/>
          </ac:spMkLst>
        </pc:spChg>
        <pc:spChg chg="mod">
          <ac:chgData name="roxane desmicht" userId="ac1d6fb7a88f37a7" providerId="LiveId" clId="{93753085-ACB4-4C39-BA21-C7E5BA9510B2}" dt="2026-04-17T06:30:28.161" v="105"/>
          <ac:spMkLst>
            <pc:docMk/>
            <pc:sldMk cId="4109959839" sldId="414"/>
            <ac:spMk id="41" creationId="{453DA975-2935-5EE5-F0B1-27370DBAA3E6}"/>
          </ac:spMkLst>
        </pc:spChg>
        <pc:grpChg chg="mod">
          <ac:chgData name="roxane desmicht" userId="ac1d6fb7a88f37a7" providerId="LiveId" clId="{93753085-ACB4-4C39-BA21-C7E5BA9510B2}" dt="2026-04-17T06:30:33.278" v="106" actId="1076"/>
          <ac:grpSpMkLst>
            <pc:docMk/>
            <pc:sldMk cId="4109959839" sldId="414"/>
            <ac:grpSpMk id="7" creationId="{0A4FE83E-A057-3C61-E24A-53C5210765A0}"/>
          </ac:grpSpMkLst>
        </pc:grpChg>
        <pc:graphicFrameChg chg="del">
          <ac:chgData name="roxane desmicht" userId="ac1d6fb7a88f37a7" providerId="LiveId" clId="{93753085-ACB4-4C39-BA21-C7E5BA9510B2}" dt="2026-04-17T06:29:23.125" v="104" actId="478"/>
          <ac:graphicFrameMkLst>
            <pc:docMk/>
            <pc:sldMk cId="4109959839" sldId="414"/>
            <ac:graphicFrameMk id="5" creationId="{4F133965-B644-CC50-A6B3-39B2C26BF39A}"/>
          </ac:graphicFrameMkLst>
        </pc:graphicFrameChg>
        <pc:graphicFrameChg chg="mod modGraphic">
          <ac:chgData name="roxane desmicht" userId="ac1d6fb7a88f37a7" providerId="LiveId" clId="{93753085-ACB4-4C39-BA21-C7E5BA9510B2}" dt="2026-04-17T06:31:04.932" v="130" actId="20577"/>
          <ac:graphicFrameMkLst>
            <pc:docMk/>
            <pc:sldMk cId="4109959839" sldId="414"/>
            <ac:graphicFrameMk id="42" creationId="{6C897925-0501-F5CF-5F28-FC59334589C9}"/>
          </ac:graphicFrameMkLst>
        </pc:graphicFrameChg>
        <pc:graphicFrameChg chg="mod modGraphic">
          <ac:chgData name="roxane desmicht" userId="ac1d6fb7a88f37a7" providerId="LiveId" clId="{93753085-ACB4-4C39-BA21-C7E5BA9510B2}" dt="2026-04-17T06:31:08.535" v="132" actId="20577"/>
          <ac:graphicFrameMkLst>
            <pc:docMk/>
            <pc:sldMk cId="4109959839" sldId="414"/>
            <ac:graphicFrameMk id="43" creationId="{8AAD4D7C-5267-2DFD-D712-426757FFD6A9}"/>
          </ac:graphicFrameMkLst>
        </pc:graphicFrameChg>
        <pc:graphicFrameChg chg="mod modGraphic">
          <ac:chgData name="roxane desmicht" userId="ac1d6fb7a88f37a7" providerId="LiveId" clId="{93753085-ACB4-4C39-BA21-C7E5BA9510B2}" dt="2026-04-17T06:31:13.794" v="134" actId="20577"/>
          <ac:graphicFrameMkLst>
            <pc:docMk/>
            <pc:sldMk cId="4109959839" sldId="414"/>
            <ac:graphicFrameMk id="44" creationId="{F1F85270-3820-8549-43F9-C28759773218}"/>
          </ac:graphicFrameMkLst>
        </pc:graphicFrameChg>
        <pc:graphicFrameChg chg="add del mod">
          <ac:chgData name="roxane desmicht" userId="ac1d6fb7a88f37a7" providerId="LiveId" clId="{93753085-ACB4-4C39-BA21-C7E5BA9510B2}" dt="2026-04-17T06:33:19.780" v="138" actId="478"/>
          <ac:graphicFrameMkLst>
            <pc:docMk/>
            <pc:sldMk cId="4109959839" sldId="414"/>
            <ac:graphicFrameMk id="47" creationId="{3087A63E-A8E3-4A21-299A-00B9EF4B2D66}"/>
          </ac:graphicFrameMkLst>
        </pc:graphicFrameChg>
        <pc:picChg chg="del mod">
          <ac:chgData name="roxane desmicht" userId="ac1d6fb7a88f37a7" providerId="LiveId" clId="{93753085-ACB4-4C39-BA21-C7E5BA9510B2}" dt="2026-04-17T06:33:12.401" v="135" actId="478"/>
          <ac:picMkLst>
            <pc:docMk/>
            <pc:sldMk cId="4109959839" sldId="414"/>
            <ac:picMk id="45" creationId="{71CA3194-E817-966D-8C38-17DABD2BCE58}"/>
          </ac:picMkLst>
        </pc:picChg>
        <pc:picChg chg="del mod">
          <ac:chgData name="roxane desmicht" userId="ac1d6fb7a88f37a7" providerId="LiveId" clId="{93753085-ACB4-4C39-BA21-C7E5BA9510B2}" dt="2026-04-17T06:33:14.958" v="136" actId="478"/>
          <ac:picMkLst>
            <pc:docMk/>
            <pc:sldMk cId="4109959839" sldId="414"/>
            <ac:picMk id="46" creationId="{9A07B3B0-79AE-999E-A53B-5162286F18AC}"/>
          </ac:picMkLst>
        </pc:picChg>
        <pc:picChg chg="add mod">
          <ac:chgData name="roxane desmicht" userId="ac1d6fb7a88f37a7" providerId="LiveId" clId="{93753085-ACB4-4C39-BA21-C7E5BA9510B2}" dt="2026-04-17T06:33:41.440" v="145" actId="1076"/>
          <ac:picMkLst>
            <pc:docMk/>
            <pc:sldMk cId="4109959839" sldId="414"/>
            <ac:picMk id="49" creationId="{30EB9F56-3C2A-9112-5E30-C060B53F1191}"/>
          </ac:picMkLst>
        </pc:picChg>
      </pc:sldChg>
      <pc:sldChg chg="del">
        <pc:chgData name="roxane desmicht" userId="ac1d6fb7a88f37a7" providerId="LiveId" clId="{93753085-ACB4-4C39-BA21-C7E5BA9510B2}" dt="2026-04-17T06:33:55.552" v="146" actId="47"/>
        <pc:sldMkLst>
          <pc:docMk/>
          <pc:sldMk cId="1364980511" sldId="415"/>
        </pc:sldMkLst>
      </pc:sldChg>
      <pc:sldChg chg="del">
        <pc:chgData name="roxane desmicht" userId="ac1d6fb7a88f37a7" providerId="LiveId" clId="{93753085-ACB4-4C39-BA21-C7E5BA9510B2}" dt="2026-04-17T06:33:57.795" v="147" actId="47"/>
        <pc:sldMkLst>
          <pc:docMk/>
          <pc:sldMk cId="3625459562" sldId="416"/>
        </pc:sldMkLst>
      </pc:sldChg>
      <pc:sldChg chg="addSp modSp mod modAnim">
        <pc:chgData name="roxane desmicht" userId="ac1d6fb7a88f37a7" providerId="LiveId" clId="{93753085-ACB4-4C39-BA21-C7E5BA9510B2}" dt="2026-04-17T06:37:40.295" v="334" actId="1076"/>
        <pc:sldMkLst>
          <pc:docMk/>
          <pc:sldMk cId="655093731" sldId="417"/>
        </pc:sldMkLst>
        <pc:spChg chg="mod">
          <ac:chgData name="roxane desmicht" userId="ac1d6fb7a88f37a7" providerId="LiveId" clId="{93753085-ACB4-4C39-BA21-C7E5BA9510B2}" dt="2026-04-17T06:34:11.383" v="151" actId="20577"/>
          <ac:spMkLst>
            <pc:docMk/>
            <pc:sldMk cId="655093731" sldId="417"/>
            <ac:spMk id="2" creationId="{C72EE279-7894-72C9-85A4-AC376B0E82F8}"/>
          </ac:spMkLst>
        </pc:spChg>
        <pc:spChg chg="mod">
          <ac:chgData name="roxane desmicht" userId="ac1d6fb7a88f37a7" providerId="LiveId" clId="{93753085-ACB4-4C39-BA21-C7E5BA9510B2}" dt="2026-04-17T06:37:40.295" v="334" actId="1076"/>
          <ac:spMkLst>
            <pc:docMk/>
            <pc:sldMk cId="655093731" sldId="417"/>
            <ac:spMk id="3" creationId="{E69CA59C-2CCE-F260-5553-7FFDCCE8C1FF}"/>
          </ac:spMkLst>
        </pc:spChg>
        <pc:spChg chg="mod">
          <ac:chgData name="roxane desmicht" userId="ac1d6fb7a88f37a7" providerId="LiveId" clId="{93753085-ACB4-4C39-BA21-C7E5BA9510B2}" dt="2026-04-17T06:37:29.882" v="313" actId="1076"/>
          <ac:spMkLst>
            <pc:docMk/>
            <pc:sldMk cId="655093731" sldId="417"/>
            <ac:spMk id="4" creationId="{F12AECBA-FA31-B07D-18C0-80B38C54717A}"/>
          </ac:spMkLst>
        </pc:spChg>
        <pc:graphicFrameChg chg="add mod">
          <ac:chgData name="roxane desmicht" userId="ac1d6fb7a88f37a7" providerId="LiveId" clId="{93753085-ACB4-4C39-BA21-C7E5BA9510B2}" dt="2026-04-17T06:37:35.163" v="333" actId="1035"/>
          <ac:graphicFrameMkLst>
            <pc:docMk/>
            <pc:sldMk cId="655093731" sldId="417"/>
            <ac:graphicFrameMk id="5" creationId="{4E4343CB-0FB2-5BF8-EFED-8DC4BA90F020}"/>
          </ac:graphicFrameMkLst>
        </pc:graphicFrameChg>
        <pc:graphicFrameChg chg="add mod">
          <ac:chgData name="roxane desmicht" userId="ac1d6fb7a88f37a7" providerId="LiveId" clId="{93753085-ACB4-4C39-BA21-C7E5BA9510B2}" dt="2026-04-17T06:37:35.163" v="333" actId="1035"/>
          <ac:graphicFrameMkLst>
            <pc:docMk/>
            <pc:sldMk cId="655093731" sldId="417"/>
            <ac:graphicFrameMk id="6" creationId="{5FA51842-BC44-7F47-39DB-715344D67C27}"/>
          </ac:graphicFrameMkLst>
        </pc:graphicFrameChg>
        <pc:graphicFrameChg chg="add mod">
          <ac:chgData name="roxane desmicht" userId="ac1d6fb7a88f37a7" providerId="LiveId" clId="{93753085-ACB4-4C39-BA21-C7E5BA9510B2}" dt="2026-04-17T06:37:35.163" v="333" actId="1035"/>
          <ac:graphicFrameMkLst>
            <pc:docMk/>
            <pc:sldMk cId="655093731" sldId="417"/>
            <ac:graphicFrameMk id="7" creationId="{A9FF9BC7-4D18-78C0-CB17-EA9F2679B546}"/>
          </ac:graphicFrameMkLst>
        </pc:graphicFrameChg>
      </pc:sldChg>
      <pc:sldChg chg="del">
        <pc:chgData name="roxane desmicht" userId="ac1d6fb7a88f37a7" providerId="LiveId" clId="{93753085-ACB4-4C39-BA21-C7E5BA9510B2}" dt="2026-04-17T06:34:01.910" v="148" actId="47"/>
        <pc:sldMkLst>
          <pc:docMk/>
          <pc:sldMk cId="3660385000" sldId="418"/>
        </pc:sldMkLst>
      </pc:sldChg>
      <pc:sldChg chg="addSp delSp modSp add mod">
        <pc:chgData name="roxane desmicht" userId="ac1d6fb7a88f37a7" providerId="LiveId" clId="{93753085-ACB4-4C39-BA21-C7E5BA9510B2}" dt="2026-04-17T06:22:40.260" v="71" actId="20577"/>
        <pc:sldMkLst>
          <pc:docMk/>
          <pc:sldMk cId="1151255761" sldId="419"/>
        </pc:sldMkLst>
        <pc:spChg chg="mod">
          <ac:chgData name="roxane desmicht" userId="ac1d6fb7a88f37a7" providerId="LiveId" clId="{93753085-ACB4-4C39-BA21-C7E5BA9510B2}" dt="2026-04-17T06:21:26.322" v="29" actId="20577"/>
          <ac:spMkLst>
            <pc:docMk/>
            <pc:sldMk cId="1151255761" sldId="419"/>
            <ac:spMk id="2" creationId="{A4D8887D-4BD7-EF05-FBFE-943ABBBA6CAA}"/>
          </ac:spMkLst>
        </pc:spChg>
        <pc:spChg chg="add mod">
          <ac:chgData name="roxane desmicht" userId="ac1d6fb7a88f37a7" providerId="LiveId" clId="{93753085-ACB4-4C39-BA21-C7E5BA9510B2}" dt="2026-04-17T06:22:40.260" v="71" actId="20577"/>
          <ac:spMkLst>
            <pc:docMk/>
            <pc:sldMk cId="1151255761" sldId="419"/>
            <ac:spMk id="5" creationId="{549A271C-ABC4-BFA3-5768-F08BADCD7F9E}"/>
          </ac:spMkLst>
        </pc:spChg>
        <pc:spChg chg="del">
          <ac:chgData name="roxane desmicht" userId="ac1d6fb7a88f37a7" providerId="LiveId" clId="{93753085-ACB4-4C39-BA21-C7E5BA9510B2}" dt="2026-04-17T06:21:33.270" v="31" actId="478"/>
          <ac:spMkLst>
            <pc:docMk/>
            <pc:sldMk cId="1151255761" sldId="419"/>
            <ac:spMk id="6" creationId="{D56ECBAD-1BFB-B2E8-6BB7-A0293C9D19E0}"/>
          </ac:spMkLst>
        </pc:spChg>
        <pc:graphicFrameChg chg="add mod">
          <ac:chgData name="roxane desmicht" userId="ac1d6fb7a88f37a7" providerId="LiveId" clId="{93753085-ACB4-4C39-BA21-C7E5BA9510B2}" dt="2026-04-17T06:22:22.077" v="34" actId="1076"/>
          <ac:graphicFrameMkLst>
            <pc:docMk/>
            <pc:sldMk cId="1151255761" sldId="419"/>
            <ac:graphicFrameMk id="4" creationId="{E9947189-E8B0-9B0B-52EF-6CD73FFD7AD1}"/>
          </ac:graphicFrameMkLst>
        </pc:graphicFrameChg>
        <pc:picChg chg="del">
          <ac:chgData name="roxane desmicht" userId="ac1d6fb7a88f37a7" providerId="LiveId" clId="{93753085-ACB4-4C39-BA21-C7E5BA9510B2}" dt="2026-04-17T06:21:29.979" v="30" actId="478"/>
          <ac:picMkLst>
            <pc:docMk/>
            <pc:sldMk cId="1151255761" sldId="419"/>
            <ac:picMk id="9" creationId="{EA3F0654-098E-C38E-98DA-C8101C74E82E}"/>
          </ac:picMkLst>
        </pc:picChg>
      </pc:sldChg>
      <pc:sldChg chg="addSp delSp modSp add mod">
        <pc:chgData name="roxane desmicht" userId="ac1d6fb7a88f37a7" providerId="LiveId" clId="{93753085-ACB4-4C39-BA21-C7E5BA9510B2}" dt="2026-04-17T06:24:59.248" v="92" actId="1076"/>
        <pc:sldMkLst>
          <pc:docMk/>
          <pc:sldMk cId="986789150" sldId="420"/>
        </pc:sldMkLst>
        <pc:spChg chg="mod">
          <ac:chgData name="roxane desmicht" userId="ac1d6fb7a88f37a7" providerId="LiveId" clId="{93753085-ACB4-4C39-BA21-C7E5BA9510B2}" dt="2026-04-17T06:22:52.028" v="82" actId="20577"/>
          <ac:spMkLst>
            <pc:docMk/>
            <pc:sldMk cId="986789150" sldId="420"/>
            <ac:spMk id="2" creationId="{A07EC054-4964-B8EF-C7A6-0EE47699C01C}"/>
          </ac:spMkLst>
        </pc:spChg>
        <pc:spChg chg="del">
          <ac:chgData name="roxane desmicht" userId="ac1d6fb7a88f37a7" providerId="LiveId" clId="{93753085-ACB4-4C39-BA21-C7E5BA9510B2}" dt="2026-04-17T06:22:58.959" v="83" actId="478"/>
          <ac:spMkLst>
            <pc:docMk/>
            <pc:sldMk cId="986789150" sldId="420"/>
            <ac:spMk id="5" creationId="{187E1555-A44E-1046-0641-7E9E8F1761D3}"/>
          </ac:spMkLst>
        </pc:spChg>
        <pc:spChg chg="add mod">
          <ac:chgData name="roxane desmicht" userId="ac1d6fb7a88f37a7" providerId="LiveId" clId="{93753085-ACB4-4C39-BA21-C7E5BA9510B2}" dt="2026-04-17T06:24:09.517" v="89" actId="20577"/>
          <ac:spMkLst>
            <pc:docMk/>
            <pc:sldMk cId="986789150" sldId="420"/>
            <ac:spMk id="6" creationId="{AA13FCE2-8AE1-DE18-D9FA-C5B93FBC583C}"/>
          </ac:spMkLst>
        </pc:spChg>
        <pc:graphicFrameChg chg="del">
          <ac:chgData name="roxane desmicht" userId="ac1d6fb7a88f37a7" providerId="LiveId" clId="{93753085-ACB4-4C39-BA21-C7E5BA9510B2}" dt="2026-04-17T06:23:33.231" v="84" actId="478"/>
          <ac:graphicFrameMkLst>
            <pc:docMk/>
            <pc:sldMk cId="986789150" sldId="420"/>
            <ac:graphicFrameMk id="4" creationId="{F8B6398E-BF37-2540-91AE-A1FFF830CAC0}"/>
          </ac:graphicFrameMkLst>
        </pc:graphicFrameChg>
        <pc:picChg chg="add mod">
          <ac:chgData name="roxane desmicht" userId="ac1d6fb7a88f37a7" providerId="LiveId" clId="{93753085-ACB4-4C39-BA21-C7E5BA9510B2}" dt="2026-04-17T06:24:59.248" v="92" actId="1076"/>
          <ac:picMkLst>
            <pc:docMk/>
            <pc:sldMk cId="986789150" sldId="420"/>
            <ac:picMk id="8" creationId="{B6B4B329-FE2E-C697-71D3-B6533947218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9DC0C2-9D13-480D-924C-740DD5289A60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25324-CD8D-481B-91D4-2C69C83DC5C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3933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 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1424FB-B2C2-353E-14D4-EFE09240D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"/>
              <a:t>Change the style of the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D8914B1-F434-C88C-1B24-EBDAF7B47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"/>
              <a:t>Change the style of the mask's captions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60A427-94AB-266C-05D9-894D28BB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B63B9-41B1-4EF2-8906-C69C7E5D6910}" type="datetime1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3ADA64-25D8-62F7-D91E-41769E81E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</a:t>
            </a:r>
          </a:p>
          <a:p>
            <a:r>
              <a:rPr lang="en">
                <a:latin typeface="SFSS1095"/>
              </a:rPr>
              <a:t>©</a:t>
            </a:r>
            <a:r>
              <a:rPr lang="en">
                <a:latin typeface="CMSS8"/>
              </a:rPr>
              <a:t>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2C5995-F5AE-4DD5-2DC7-CB37CF74D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157E5659-F736-B588-3DA3-D2AED684C8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560" y="45415"/>
            <a:ext cx="2532649" cy="98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027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3505C6-B8BF-210B-FA0F-42B0A9C3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F25542-BF78-CB7E-EAE0-2D3C762C7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7DE763-A209-D439-516B-9CFE37133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1263-5133-4A3F-AF29-67276BC9E376}" type="datetime1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4613AC-78B1-CD1C-01D6-251B95479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E40CD6-2FC8-B560-F471-95777FF9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4B9CB68F-7D20-8FD2-66F6-30B684703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5938" y="60403"/>
            <a:ext cx="476924" cy="47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49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u b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3505C6-B8BF-210B-FA0F-42B0A9C36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51" y="-196128"/>
            <a:ext cx="10515600" cy="1325563"/>
          </a:xfrm>
        </p:spPr>
        <p:txBody>
          <a:bodyPr/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F25542-BF78-CB7E-EAE0-2D3C762C7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851" y="1253331"/>
            <a:ext cx="10790446" cy="4933058"/>
          </a:xfrm>
        </p:spPr>
        <p:txBody>
          <a:bodyPr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7DE763-A209-D439-516B-9CFE37133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1263-5133-4A3F-AF29-67276BC9E376}" type="datetime1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4613AC-78B1-CD1C-01D6-251B95479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E40CD6-2FC8-B560-F471-95777FF9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4B9CB68F-7D20-8FD2-66F6-30B684703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5938" y="60403"/>
            <a:ext cx="476924" cy="47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729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363C2C-3372-7819-514D-230E3F84A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"/>
              <a:t>Change the style of the 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3C4435-4A01-04D1-3474-209E32B53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"/>
              <a:t>Click to change the styles of the mask text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F2EC96-70FF-1274-AD63-B4AB4C97E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F1F9-5395-45A8-A3A2-5E8E68D343FC}" type="datetime1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C82CBA-CF65-E5D2-0B88-33A6D8512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7A0144-CBEA-E7A5-1B96-C15D732F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9239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760DFC-8E4D-8D7D-FE9E-D016FBCFD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42315A-08F1-862D-0CE4-A6B3FA16E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ADB3299-D812-F071-0FA8-2E695B84F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736EAE0-ECBF-884B-BBAF-E12C00F26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F815-BF12-4A59-9983-4A508F1EE457}" type="datetime1">
              <a:rPr lang="fr-FR" smtClean="0"/>
              <a:t>17/04/2026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289DA1-770E-89F5-EA2B-DFEB45FC5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7D89B5-BD14-83ED-2A17-B708B89E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6641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CD1517-5F8C-616B-229A-AA3FB17AB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D8C2F85-7020-1EED-DB3F-BF6B93F0A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"/>
              <a:t>Click to change the styles of the mask text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902A681-0A44-6617-B5C8-B6D28109C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F22AF14-7F0D-8F7A-20D0-02AC272E6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"/>
              <a:t>Click to change the styles of the mask text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4D66910-CCD6-0285-F9D0-D54424F234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2E93219-D9AA-580E-F7A8-B29249823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5BE8-B1A6-4154-B7A9-AC99CD5F69A1}" type="datetime1">
              <a:rPr lang="fr-FR" smtClean="0"/>
              <a:t>17/04/2026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94FD95B-9027-A2E7-2C5E-8E4B9CBC1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F79F18E-B1FB-1138-52D5-C63C2F3A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483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E6BE9F-3BA2-3FBB-C89A-95A72E6CA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755B9C-68B7-23C3-573D-B71712F8D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4647-F711-4BE0-B12C-831B528B88AA}" type="datetime1">
              <a:rPr lang="fr-FR" smtClean="0"/>
              <a:t>17/04/2026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32643EA-1A58-2BD4-6EE9-99F1F258B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D3359BF-7835-68E1-3EDE-0EA61A4B2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970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0EB7AB5-0030-7B1F-4030-EEF44116C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8F19C-CB2F-4D76-AA0B-06FDD06C7D9E}" type="datetime1">
              <a:rPr lang="fr-FR" smtClean="0"/>
              <a:t>17/04/2026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D5EE8CF-57D9-CF0D-4784-0E8F6D84B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8DA041-3E3C-6D49-CF63-9581CEECE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5526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8FBDAC-795E-9E5D-B1A3-9AE9702EF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"/>
              <a:t>Change the style of the title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7CDC07-EBA8-6DA8-A0C4-BDD18EB4F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12048EF-7FE3-C7AE-4AE5-E29683D45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"/>
              <a:t>Click to change the styles of the mask text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7893E0-322B-F6B0-0123-6D8DA2ADD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A2F0D-45A5-4A20-B4B2-6E16E0083518}" type="datetime1">
              <a:rPr lang="fr-FR" smtClean="0"/>
              <a:t>17/04/2026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270E30-B7DE-719D-352E-DB7199409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2160212-88F0-D637-2131-CE00E060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538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D9B561-3FEE-2785-73D7-5949A95FA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"/>
              <a:t>Change the style of the title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31CB62C-0CD8-01E5-9975-64DAB252F1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7B9B561-E93A-FC26-1826-B41E6B51C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"/>
              <a:t>Click to change the styles of the mask text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119A63C-0A01-1554-254C-E24DD190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2F3D-CBDE-43A3-B3E4-BEE175F52B0F}" type="datetime1">
              <a:rPr lang="fr-FR" smtClean="0"/>
              <a:t>17/04/2026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44BCFD9-3963-1EF3-366B-26D1BE0F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35CFF0E-1A81-9EB4-6751-1A373C803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097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D0F98B-22B0-BB05-D8B6-E4D1F5E09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77F851B-BE91-A431-2DC8-171C97051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10C4FB-CC8D-C727-346B-A7C634DF1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24E5-3382-48E1-80B2-28901262BD85}" type="datetime1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0DFA09-3D99-C369-E377-A3E03E01C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F1E5B5-F506-CE71-D6B0-A9846E1E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3428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E7DB6F0-644B-EC13-DD42-8CCDC52C1F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16C591E-A17B-C4B9-3EC9-710FA461E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82A9A7-F766-53A7-7B8E-D3D799BA3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F1642-828A-4A9B-A0D9-ACC2537DE6CF}" type="datetime1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8E2B65-42D7-8672-D9CB-D23D26E9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6C168C-7FD2-DF23-947B-FB6FC121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548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1E1A466-517E-88E2-69B0-B64358A7D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9793F8-5A78-E1E3-FB4E-48132E360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7B0DAA-515C-8372-F3DE-9B64B7777A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1278" y="6356349"/>
            <a:ext cx="10791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5F8E44-A292-441B-84B3-789F3F706E47}" type="datetime1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42090D-3DD0-9C8B-C350-D97F0CCF6F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53525"/>
            <a:ext cx="8727790" cy="36512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"/>
              <a:t>R Desmicht – SUTD ESD MSO</a:t>
            </a:r>
          </a:p>
          <a:p>
            <a:r>
              <a:rPr lang="en">
                <a:latin typeface="SFSS1095"/>
              </a:rPr>
              <a:t>©</a:t>
            </a:r>
            <a:r>
              <a:rPr lang="en">
                <a:latin typeface="CMSS8"/>
              </a:rPr>
              <a:t>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9F9E31-B162-1888-EE2E-29E9FD2E1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5145" y="6356350"/>
            <a:ext cx="5386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924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23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105BF1-E1CA-717D-EF50-755C5D954F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sz="4400" err="1"/>
              <a:t>Manufacturing and Service Operations</a:t>
            </a:r>
            <a:br>
              <a:rPr lang="fr-FR" sz="4400"/>
            </a:br>
            <a:r>
              <a:rPr lang="en" sz="4400"/>
              <a:t>MSO 40.012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ED98EFD-DCB5-6810-96B9-32FCC98D81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"/>
              <a:t>R Desmicht – Adjunct Professor SUTD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1CDB2C-1D41-C9EF-AFFC-DDA252718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B63B9-41B1-4EF2-8906-C69C7E5D6910}" type="datetime1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415F59-FD4E-966B-BB6E-4FB7DBFB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</a:t>
            </a:r>
          </a:p>
          <a:p>
            <a:r>
              <a:rPr lang="en">
                <a:latin typeface="SFSS1095"/>
              </a:rPr>
              <a:t>©</a:t>
            </a:r>
            <a:r>
              <a:rPr lang="en">
                <a:latin typeface="CMSS8"/>
              </a:rPr>
              <a:t>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DA033F-9925-F9F7-7DEE-03B1BF68A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1026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2887" y="-210301"/>
            <a:ext cx="10515600" cy="1325563"/>
          </a:xfrm>
        </p:spPr>
        <p:txBody>
          <a:bodyPr/>
          <a:lstStyle/>
          <a:p>
            <a:pPr algn="l" rtl="0"/>
            <a:r>
              <a:rPr lang="en" dirty="0"/>
              <a:t>MPS</a:t>
            </a: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6ABA5BDB-BE8D-5AF4-D0B2-A0EA7921D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0" y="6353525"/>
            <a:ext cx="8727790" cy="365125"/>
          </a:xfrm>
        </p:spPr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5759F6-F8BD-A76C-4EC7-8D0D59179A5F}"/>
              </a:ext>
            </a:extLst>
          </p:cNvPr>
          <p:cNvSpPr txBox="1"/>
          <p:nvPr/>
        </p:nvSpPr>
        <p:spPr>
          <a:xfrm>
            <a:off x="114300" y="768340"/>
            <a:ext cx="774954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A factory produces a specialized industrial pump component.</a:t>
            </a:r>
          </a:p>
          <a:p>
            <a:pPr>
              <a:buNone/>
            </a:pPr>
            <a:r>
              <a:rPr lang="en-GB" dirty="0"/>
              <a:t>The production planner must prepare a Master Production Schedule (MPS) for the next 12 weeks.</a:t>
            </a:r>
          </a:p>
          <a:p>
            <a:pPr>
              <a:buNone/>
            </a:pPr>
            <a:r>
              <a:rPr lang="en-GB" dirty="0"/>
              <a:t>The company has the following characteristics: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 inventory: 50 units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Weekly inventory holding cost: €2 per unit per week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Set-up cost per production run: €400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shortages are allowed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Production occurs at the beginning of the week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Demand occurs during the week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Safety stock is not required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BF2D18-713F-86B7-CDE8-62C94C612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020" y="457200"/>
            <a:ext cx="3522226" cy="56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01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7F28E-8E79-30B3-0C0D-103552337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D8887D-4BD7-EF05-FBFE-943ABBBA6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887" y="-210301"/>
            <a:ext cx="10515600" cy="1325563"/>
          </a:xfrm>
        </p:spPr>
        <p:txBody>
          <a:bodyPr/>
          <a:lstStyle/>
          <a:p>
            <a:pPr algn="l" rtl="0"/>
            <a:r>
              <a:rPr lang="en" dirty="0"/>
              <a:t>MPS: lot for lot</a:t>
            </a: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5BC847B2-B0EE-C15C-72FD-F3F77FEF2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0" y="6353525"/>
            <a:ext cx="8727790" cy="365125"/>
          </a:xfrm>
        </p:spPr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947189-E8B0-9B0B-52EF-6CD73FFD7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267781"/>
              </p:ext>
            </p:extLst>
          </p:nvPr>
        </p:nvGraphicFramePr>
        <p:xfrm>
          <a:off x="462884" y="4809406"/>
          <a:ext cx="10515603" cy="1005840"/>
        </p:xfrm>
        <a:graphic>
          <a:graphicData uri="http://schemas.openxmlformats.org/drawingml/2006/table">
            <a:tbl>
              <a:tblPr/>
              <a:tblGrid>
                <a:gridCol w="1502229">
                  <a:extLst>
                    <a:ext uri="{9D8B030D-6E8A-4147-A177-3AD203B41FA5}">
                      <a16:colId xmlns:a16="http://schemas.microsoft.com/office/drawing/2014/main" val="361755385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63024508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9529233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33574325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83158076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55896157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359567486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Week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Demand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Beginning Inventory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Production Qty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Ending Inventory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Set-up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Holding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1771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87658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49A271C-ABC4-BFA3-5768-F08BADCD7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588" y="731367"/>
            <a:ext cx="5053992" cy="4078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12-week MPS table including: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 demand as provided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Beginning inventory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Production quantity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Ending inventory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Set-up cost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holding cost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number of production runs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set-up cost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inventory holding cost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cost</a:t>
            </a:r>
            <a:endParaRPr kumimoji="0" lang="en-US" altLang="en-US" sz="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255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98F0D-4B34-1001-DE6C-1F15E039C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7EC054-4964-B8EF-C7A6-0EE47699C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887" y="-210301"/>
            <a:ext cx="10515600" cy="1325563"/>
          </a:xfrm>
        </p:spPr>
        <p:txBody>
          <a:bodyPr/>
          <a:lstStyle/>
          <a:p>
            <a:pPr algn="l" rtl="0"/>
            <a:r>
              <a:rPr lang="en" dirty="0"/>
              <a:t>MPS: Silvermeal</a:t>
            </a: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B43855B1-5F97-C2BB-9128-D0B8A708B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0" y="6353525"/>
            <a:ext cx="8727790" cy="365125"/>
          </a:xfrm>
        </p:spPr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A13FCE2-8AE1-DE18-D9FA-C5B93FBC5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" y="740123"/>
            <a:ext cx="1109374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Starting in Week 1, determine how many weeks of demand should be included in the first production batch.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Continue the same process until all 12 weeks are planned.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complete MPS table including: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 demand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Beginning inventory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Production quantity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Ending inventory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Set-up cost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Holding cost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number of production runs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set-up cost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inventory holding cost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cost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B4B329-FE2E-C697-71D3-B65339472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3429000"/>
            <a:ext cx="7299960" cy="284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789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E2E24-3A6B-9CED-4FA7-BC8BCD876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5A30CA-79B9-01DF-E403-36B3A09BC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887" y="-210301"/>
            <a:ext cx="10515600" cy="1325563"/>
          </a:xfrm>
        </p:spPr>
        <p:txBody>
          <a:bodyPr/>
          <a:lstStyle/>
          <a:p>
            <a:pPr algn="l" rtl="0"/>
            <a:r>
              <a:rPr lang="en" dirty="0"/>
              <a:t>MPS</a:t>
            </a: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8BDA4A11-CB46-D6D4-4E6F-FB963DCBE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0" y="6353525"/>
            <a:ext cx="8727790" cy="365125"/>
          </a:xfrm>
        </p:spPr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AECC716-E538-DB31-1FF2-2CB21D06E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" y="2362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method generates the highest number of production runs?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method generates the highest inventory level?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method gives the lowest total cost?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 what conditions would Lot-for-Lot be preferable?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 what conditions would Silver-Meal be preferable?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would the decision change if holding cost increased to €5 per unit per week?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would the decision change if set-up cost decreased to €100? </a:t>
            </a:r>
          </a:p>
        </p:txBody>
      </p:sp>
    </p:spTree>
    <p:extLst>
      <p:ext uri="{BB962C8B-B14F-4D97-AF65-F5344CB8AC3E}">
        <p14:creationId xmlns:p14="http://schemas.microsoft.com/office/powerpoint/2010/main" val="3488801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FC0BF-B1E3-81E0-30B7-DCD2A24EA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B41CF1-2305-3D2A-D243-5E75FCA1E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887" y="-210301"/>
            <a:ext cx="10515600" cy="1325563"/>
          </a:xfrm>
        </p:spPr>
        <p:txBody>
          <a:bodyPr/>
          <a:lstStyle/>
          <a:p>
            <a:pPr algn="l" rtl="0"/>
            <a:r>
              <a:rPr lang="en" dirty="0"/>
              <a:t>MRP</a:t>
            </a: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B0963A79-1E8C-A12E-1F72-280E9C127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0" y="6353525"/>
            <a:ext cx="8727790" cy="365125"/>
          </a:xfrm>
        </p:spPr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grpSp>
        <p:nvGrpSpPr>
          <p:cNvPr id="7" name="Group 23">
            <a:extLst>
              <a:ext uri="{FF2B5EF4-FFF2-40B4-BE49-F238E27FC236}">
                <a16:creationId xmlns:a16="http://schemas.microsoft.com/office/drawing/2014/main" id="{0A4FE83E-A057-3C61-E24A-53C5210765A0}"/>
              </a:ext>
            </a:extLst>
          </p:cNvPr>
          <p:cNvGrpSpPr>
            <a:grpSpLocks/>
          </p:cNvGrpSpPr>
          <p:nvPr/>
        </p:nvGrpSpPr>
        <p:grpSpPr bwMode="auto">
          <a:xfrm>
            <a:off x="196121" y="744526"/>
            <a:ext cx="11739033" cy="2133600"/>
            <a:chOff x="120" y="432"/>
            <a:chExt cx="6240" cy="1344"/>
          </a:xfrm>
        </p:grpSpPr>
        <p:grpSp>
          <p:nvGrpSpPr>
            <p:cNvPr id="8" name="Group 24">
              <a:extLst>
                <a:ext uri="{FF2B5EF4-FFF2-40B4-BE49-F238E27FC236}">
                  <a16:creationId xmlns:a16="http://schemas.microsoft.com/office/drawing/2014/main" id="{C2D3349C-9E5E-F22B-1884-8E7AAE20DC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76" y="432"/>
              <a:ext cx="1584" cy="1344"/>
              <a:chOff x="4776" y="432"/>
              <a:chExt cx="1584" cy="1344"/>
            </a:xfrm>
          </p:grpSpPr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9C825D37-CBB3-A384-D274-B74FDACA9B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6" y="720"/>
                <a:ext cx="865" cy="193"/>
              </a:xfrm>
              <a:custGeom>
                <a:avLst/>
                <a:gdLst/>
                <a:ahLst/>
                <a:cxnLst>
                  <a:cxn ang="0">
                    <a:pos x="432" y="0"/>
                  </a:cxn>
                  <a:cxn ang="0">
                    <a:pos x="432" y="96"/>
                  </a:cxn>
                  <a:cxn ang="0">
                    <a:pos x="0" y="96"/>
                  </a:cxn>
                  <a:cxn ang="0">
                    <a:pos x="0" y="192"/>
                  </a:cxn>
                  <a:cxn ang="0">
                    <a:pos x="0" y="96"/>
                  </a:cxn>
                  <a:cxn ang="0">
                    <a:pos x="864" y="96"/>
                  </a:cxn>
                  <a:cxn ang="0">
                    <a:pos x="864" y="192"/>
                  </a:cxn>
                </a:cxnLst>
                <a:rect l="0" t="0" r="r" b="b"/>
                <a:pathLst>
                  <a:path w="865" h="193">
                    <a:moveTo>
                      <a:pt x="432" y="0"/>
                    </a:moveTo>
                    <a:lnTo>
                      <a:pt x="432" y="96"/>
                    </a:lnTo>
                    <a:lnTo>
                      <a:pt x="0" y="96"/>
                    </a:lnTo>
                    <a:lnTo>
                      <a:pt x="0" y="192"/>
                    </a:lnTo>
                    <a:lnTo>
                      <a:pt x="0" y="96"/>
                    </a:lnTo>
                    <a:lnTo>
                      <a:pt x="864" y="96"/>
                    </a:lnTo>
                    <a:lnTo>
                      <a:pt x="864" y="192"/>
                    </a:lnTo>
                  </a:path>
                </a:pathLst>
              </a:custGeom>
              <a:noFill/>
              <a:ln w="12699" cap="rnd" cmpd="sng">
                <a:solidFill>
                  <a:schemeClr val="tx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defTabSz="121917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fr-FR" sz="2400">
                  <a:solidFill>
                    <a:prstClr val="black"/>
                  </a:solidFill>
                  <a:latin typeface="Calibri"/>
                  <a:ea typeface="Roboto Condensed" pitchFamily="2" charset="0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12E5B63-99F9-5436-0C40-2D8C0EE97D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76" y="1488"/>
                <a:ext cx="240" cy="288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txBody>
              <a:bodyPr wrap="none" lIns="122767" tIns="61384" rIns="122767" bIns="61384" anchor="ctr"/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667" b="1">
                    <a:solidFill>
                      <a:srgbClr val="FFFFCC"/>
                    </a:solidFill>
                    <a:latin typeface="Calibri"/>
                    <a:ea typeface="Roboto Condensed" pitchFamily="2" charset="0"/>
                  </a:rPr>
                  <a:t>C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A9E0ABF-AE59-B448-E27E-9087820C6D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6" y="1488"/>
                <a:ext cx="240" cy="288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txBody>
              <a:bodyPr wrap="none" lIns="122767" tIns="61384" rIns="122767" bIns="61384" anchor="ctr"/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667" b="1">
                    <a:solidFill>
                      <a:srgbClr val="FFFFCC"/>
                    </a:solidFill>
                    <a:latin typeface="Calibri"/>
                    <a:ea typeface="Roboto Condensed" pitchFamily="2" charset="0"/>
                  </a:rPr>
                  <a:t>D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093022F-B404-705C-03D7-3807AED54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0" y="1488"/>
                <a:ext cx="240" cy="288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txBody>
              <a:bodyPr wrap="none" lIns="122767" tIns="61384" rIns="122767" bIns="61384" anchor="ctr"/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667" b="1">
                    <a:solidFill>
                      <a:srgbClr val="FFFFCC"/>
                    </a:solidFill>
                    <a:latin typeface="Calibri"/>
                    <a:ea typeface="Roboto Condensed" pitchFamily="2" charset="0"/>
                  </a:rPr>
                  <a:t>E’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CBE3150-7191-FBCE-23C1-39C12937A9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80" y="912"/>
                <a:ext cx="240" cy="288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txBody>
              <a:bodyPr wrap="none" lIns="122767" tIns="61384" rIns="122767" bIns="61384" anchor="ctr"/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667" b="1">
                    <a:solidFill>
                      <a:srgbClr val="FFFFCC"/>
                    </a:solidFill>
                    <a:latin typeface="Calibri"/>
                    <a:ea typeface="Roboto Condensed" pitchFamily="2" charset="0"/>
                  </a:rPr>
                  <a:t>B’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75CB629-DDC2-F3B1-641D-9938F0EEDB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0" y="1488"/>
                <a:ext cx="240" cy="288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txBody>
              <a:bodyPr wrap="none" lIns="122767" tIns="61384" rIns="122767" bIns="61384" anchor="ctr"/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667" b="1">
                    <a:solidFill>
                      <a:srgbClr val="FFFFCC"/>
                    </a:solidFill>
                    <a:latin typeface="Calibri"/>
                    <a:ea typeface="Roboto Condensed" pitchFamily="2" charset="0"/>
                  </a:rPr>
                  <a:t>F’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B70FFD2-7EC1-BDC0-F23A-315552FBF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6" y="912"/>
                <a:ext cx="240" cy="288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txBody>
              <a:bodyPr wrap="none" lIns="122767" tIns="61384" rIns="122767" bIns="61384" anchor="ctr"/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667" b="1">
                    <a:solidFill>
                      <a:srgbClr val="FFFFCC"/>
                    </a:solidFill>
                    <a:latin typeface="Calibri"/>
                    <a:ea typeface="Roboto Condensed" pitchFamily="2" charset="0"/>
                  </a:rPr>
                  <a:t>A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23877B2-DE36-1E11-BA96-51E234A04F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48" y="432"/>
                <a:ext cx="240" cy="288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txBody>
              <a:bodyPr wrap="none" lIns="122767" tIns="61384" rIns="122767" bIns="61384" anchor="ctr"/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667" b="1">
                    <a:solidFill>
                      <a:srgbClr val="FFFFCC"/>
                    </a:solidFill>
                    <a:latin typeface="Calibri"/>
                    <a:ea typeface="Roboto Condensed" pitchFamily="2" charset="0"/>
                  </a:rPr>
                  <a:t>Y</a:t>
                </a:r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96F933C9-4D59-ABA3-0660-DCE53277E6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0" y="1200"/>
                <a:ext cx="481" cy="289"/>
              </a:xfrm>
              <a:custGeom>
                <a:avLst/>
                <a:gdLst/>
                <a:ahLst/>
                <a:cxnLst>
                  <a:cxn ang="0">
                    <a:pos x="240" y="0"/>
                  </a:cxn>
                  <a:cxn ang="0">
                    <a:pos x="240" y="144"/>
                  </a:cxn>
                  <a:cxn ang="0">
                    <a:pos x="0" y="144"/>
                  </a:cxn>
                  <a:cxn ang="0">
                    <a:pos x="0" y="288"/>
                  </a:cxn>
                  <a:cxn ang="0">
                    <a:pos x="0" y="144"/>
                  </a:cxn>
                  <a:cxn ang="0">
                    <a:pos x="480" y="144"/>
                  </a:cxn>
                  <a:cxn ang="0">
                    <a:pos x="480" y="288"/>
                  </a:cxn>
                </a:cxnLst>
                <a:rect l="0" t="0" r="r" b="b"/>
                <a:pathLst>
                  <a:path w="481" h="289">
                    <a:moveTo>
                      <a:pt x="240" y="0"/>
                    </a:moveTo>
                    <a:lnTo>
                      <a:pt x="240" y="144"/>
                    </a:lnTo>
                    <a:lnTo>
                      <a:pt x="0" y="144"/>
                    </a:lnTo>
                    <a:lnTo>
                      <a:pt x="0" y="288"/>
                    </a:lnTo>
                    <a:lnTo>
                      <a:pt x="0" y="144"/>
                    </a:lnTo>
                    <a:lnTo>
                      <a:pt x="480" y="144"/>
                    </a:lnTo>
                    <a:lnTo>
                      <a:pt x="480" y="288"/>
                    </a:lnTo>
                  </a:path>
                </a:pathLst>
              </a:custGeom>
              <a:noFill/>
              <a:ln w="12699" cap="rnd" cmpd="sng">
                <a:solidFill>
                  <a:schemeClr val="tx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defTabSz="121917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fr-FR" sz="2400">
                  <a:solidFill>
                    <a:prstClr val="black"/>
                  </a:solidFill>
                  <a:latin typeface="Calibri"/>
                  <a:ea typeface="Roboto Condensed" pitchFamily="2" charset="0"/>
                </a:endParaRP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724DAF0A-05E5-7191-4B06-640EA97D44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6" y="1200"/>
                <a:ext cx="481" cy="289"/>
              </a:xfrm>
              <a:custGeom>
                <a:avLst/>
                <a:gdLst/>
                <a:ahLst/>
                <a:cxnLst>
                  <a:cxn ang="0">
                    <a:pos x="240" y="0"/>
                  </a:cxn>
                  <a:cxn ang="0">
                    <a:pos x="240" y="144"/>
                  </a:cxn>
                  <a:cxn ang="0">
                    <a:pos x="0" y="144"/>
                  </a:cxn>
                  <a:cxn ang="0">
                    <a:pos x="0" y="288"/>
                  </a:cxn>
                  <a:cxn ang="0">
                    <a:pos x="0" y="144"/>
                  </a:cxn>
                  <a:cxn ang="0">
                    <a:pos x="480" y="144"/>
                  </a:cxn>
                  <a:cxn ang="0">
                    <a:pos x="480" y="288"/>
                  </a:cxn>
                </a:cxnLst>
                <a:rect l="0" t="0" r="r" b="b"/>
                <a:pathLst>
                  <a:path w="481" h="289">
                    <a:moveTo>
                      <a:pt x="240" y="0"/>
                    </a:moveTo>
                    <a:lnTo>
                      <a:pt x="240" y="144"/>
                    </a:lnTo>
                    <a:lnTo>
                      <a:pt x="0" y="144"/>
                    </a:lnTo>
                    <a:lnTo>
                      <a:pt x="0" y="288"/>
                    </a:lnTo>
                    <a:lnTo>
                      <a:pt x="0" y="144"/>
                    </a:lnTo>
                    <a:lnTo>
                      <a:pt x="480" y="144"/>
                    </a:lnTo>
                    <a:lnTo>
                      <a:pt x="480" y="288"/>
                    </a:lnTo>
                  </a:path>
                </a:pathLst>
              </a:custGeom>
              <a:noFill/>
              <a:ln w="12699" cap="rnd" cmpd="sng">
                <a:solidFill>
                  <a:schemeClr val="tx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defTabSz="121917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fr-FR" sz="2400">
                  <a:solidFill>
                    <a:prstClr val="black"/>
                  </a:solidFill>
                  <a:latin typeface="Calibri"/>
                  <a:ea typeface="Roboto Condensed" pitchFamily="2" charset="0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279D512-0679-02F2-9A2E-E6419ED43F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9" y="1161"/>
                <a:ext cx="205" cy="2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122767" tIns="61384" rIns="122767" bIns="61384">
                <a:spAutoFit/>
              </a:bodyPr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b="1" dirty="0">
                    <a:solidFill>
                      <a:prstClr val="black"/>
                    </a:solidFill>
                    <a:latin typeface="Calibri"/>
                    <a:ea typeface="Roboto Condensed" pitchFamily="2" charset="0"/>
                  </a:rPr>
                  <a:t>3</a:t>
                </a:r>
                <a:endParaRPr lang="fr-FR" sz="2133" b="1" dirty="0">
                  <a:solidFill>
                    <a:srgbClr val="FFFFCC"/>
                  </a:solidFill>
                  <a:latin typeface="Calibri"/>
                  <a:ea typeface="Roboto Condensed" pitchFamily="2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2076CF6-925E-AAFE-D98B-494C48E02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2" y="1161"/>
                <a:ext cx="205" cy="2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122767" tIns="61384" rIns="122767" bIns="61384">
                <a:spAutoFit/>
              </a:bodyPr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b="1">
                    <a:solidFill>
                      <a:prstClr val="black"/>
                    </a:solidFill>
                    <a:latin typeface="Calibri"/>
                    <a:ea typeface="Roboto Condensed" pitchFamily="2" charset="0"/>
                  </a:rPr>
                  <a:t>2</a:t>
                </a:r>
                <a:endParaRPr lang="fr-FR" sz="2133" b="1">
                  <a:solidFill>
                    <a:srgbClr val="FFFFCC"/>
                  </a:solidFill>
                  <a:latin typeface="Calibri"/>
                  <a:ea typeface="Roboto Condensed" pitchFamily="2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5E766048-44DC-0FEF-8AD7-C0FF943E3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78" y="1161"/>
                <a:ext cx="205" cy="2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122767" tIns="61384" rIns="122767" bIns="61384">
                <a:spAutoFit/>
              </a:bodyPr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b="1">
                    <a:solidFill>
                      <a:prstClr val="black"/>
                    </a:solidFill>
                    <a:latin typeface="Calibri"/>
                    <a:ea typeface="Roboto Condensed" pitchFamily="2" charset="0"/>
                  </a:rPr>
                  <a:t>1</a:t>
                </a:r>
                <a:endParaRPr lang="fr-FR" sz="2133" b="1">
                  <a:solidFill>
                    <a:srgbClr val="FFFFCC"/>
                  </a:solidFill>
                  <a:latin typeface="Calibri"/>
                  <a:ea typeface="Roboto Condensed" pitchFamily="2" charset="0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0833C05C-DE7B-81C0-D67E-EE3D8890C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63" y="1161"/>
                <a:ext cx="205" cy="2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122767" tIns="61384" rIns="122767" bIns="61384">
                <a:spAutoFit/>
              </a:bodyPr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b="1">
                    <a:solidFill>
                      <a:prstClr val="black"/>
                    </a:solidFill>
                    <a:latin typeface="Calibri"/>
                    <a:ea typeface="Roboto Condensed" pitchFamily="2" charset="0"/>
                  </a:rPr>
                  <a:t>4</a:t>
                </a:r>
                <a:endParaRPr lang="fr-FR" sz="2133" b="1">
                  <a:solidFill>
                    <a:srgbClr val="FFFFCC"/>
                  </a:solidFill>
                  <a:latin typeface="Calibri"/>
                  <a:ea typeface="Roboto Condensed" pitchFamily="2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5F48AD65-A05B-FAC7-47D4-F232C45592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8" y="633"/>
                <a:ext cx="205" cy="2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122767" tIns="61384" rIns="122767" bIns="61384">
                <a:spAutoFit/>
              </a:bodyPr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b="1">
                    <a:solidFill>
                      <a:prstClr val="black"/>
                    </a:solidFill>
                    <a:latin typeface="Calibri"/>
                    <a:ea typeface="Roboto Condensed" pitchFamily="2" charset="0"/>
                  </a:rPr>
                  <a:t>2</a:t>
                </a:r>
                <a:endParaRPr lang="fr-FR" sz="2133" b="1">
                  <a:solidFill>
                    <a:srgbClr val="FFFFCC"/>
                  </a:solidFill>
                  <a:latin typeface="Calibri"/>
                  <a:ea typeface="Roboto Condensed" pitchFamily="2" charset="0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453DA975-2935-5EE5-F0B1-27370DBAA3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02" y="633"/>
                <a:ext cx="205" cy="2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122767" tIns="61384" rIns="122767" bIns="61384">
                <a:spAutoFit/>
              </a:bodyPr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b="1">
                    <a:solidFill>
                      <a:prstClr val="black"/>
                    </a:solidFill>
                    <a:latin typeface="Calibri"/>
                    <a:ea typeface="Roboto Condensed" pitchFamily="2" charset="0"/>
                  </a:rPr>
                  <a:t>2</a:t>
                </a:r>
                <a:endParaRPr lang="fr-FR" sz="2133" b="1">
                  <a:solidFill>
                    <a:srgbClr val="FFFFCC"/>
                  </a:solidFill>
                  <a:latin typeface="Calibri"/>
                  <a:ea typeface="Roboto Condensed" pitchFamily="2" charset="0"/>
                </a:endParaRPr>
              </a:p>
            </p:txBody>
          </p:sp>
        </p:grpSp>
        <p:grpSp>
          <p:nvGrpSpPr>
            <p:cNvPr id="9" name="Group 41">
              <a:extLst>
                <a:ext uri="{FF2B5EF4-FFF2-40B4-BE49-F238E27FC236}">
                  <a16:creationId xmlns:a16="http://schemas.microsoft.com/office/drawing/2014/main" id="{14D8A41B-9094-C5E4-5506-80375D875A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" y="432"/>
              <a:ext cx="1584" cy="1344"/>
              <a:chOff x="120" y="432"/>
              <a:chExt cx="1584" cy="1344"/>
            </a:xfrm>
          </p:grpSpPr>
          <p:sp>
            <p:nvSpPr>
              <p:cNvPr id="10" name="Freeform 42">
                <a:extLst>
                  <a:ext uri="{FF2B5EF4-FFF2-40B4-BE49-F238E27FC236}">
                    <a16:creationId xmlns:a16="http://schemas.microsoft.com/office/drawing/2014/main" id="{E6DD6C68-5527-FC38-56C4-5EF62CA613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" y="720"/>
                <a:ext cx="865" cy="193"/>
              </a:xfrm>
              <a:custGeom>
                <a:avLst/>
                <a:gdLst/>
                <a:ahLst/>
                <a:cxnLst>
                  <a:cxn ang="0">
                    <a:pos x="432" y="0"/>
                  </a:cxn>
                  <a:cxn ang="0">
                    <a:pos x="432" y="96"/>
                  </a:cxn>
                  <a:cxn ang="0">
                    <a:pos x="0" y="96"/>
                  </a:cxn>
                  <a:cxn ang="0">
                    <a:pos x="0" y="192"/>
                  </a:cxn>
                  <a:cxn ang="0">
                    <a:pos x="0" y="96"/>
                  </a:cxn>
                  <a:cxn ang="0">
                    <a:pos x="864" y="96"/>
                  </a:cxn>
                  <a:cxn ang="0">
                    <a:pos x="864" y="192"/>
                  </a:cxn>
                </a:cxnLst>
                <a:rect l="0" t="0" r="r" b="b"/>
                <a:pathLst>
                  <a:path w="865" h="193">
                    <a:moveTo>
                      <a:pt x="432" y="0"/>
                    </a:moveTo>
                    <a:lnTo>
                      <a:pt x="432" y="96"/>
                    </a:lnTo>
                    <a:lnTo>
                      <a:pt x="0" y="96"/>
                    </a:lnTo>
                    <a:lnTo>
                      <a:pt x="0" y="192"/>
                    </a:lnTo>
                    <a:lnTo>
                      <a:pt x="0" y="96"/>
                    </a:lnTo>
                    <a:lnTo>
                      <a:pt x="864" y="96"/>
                    </a:lnTo>
                    <a:lnTo>
                      <a:pt x="864" y="192"/>
                    </a:lnTo>
                  </a:path>
                </a:pathLst>
              </a:custGeom>
              <a:noFill/>
              <a:ln w="12699" cap="rnd" cmpd="sng">
                <a:solidFill>
                  <a:schemeClr val="tx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defTabSz="121917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fr-FR" sz="2400">
                  <a:solidFill>
                    <a:prstClr val="black"/>
                  </a:solidFill>
                  <a:latin typeface="Calibri"/>
                  <a:ea typeface="Roboto Condensed" pitchFamily="2" charset="0"/>
                </a:endParaRPr>
              </a:p>
            </p:txBody>
          </p:sp>
          <p:sp>
            <p:nvSpPr>
              <p:cNvPr id="11" name="Rectangle 43">
                <a:extLst>
                  <a:ext uri="{FF2B5EF4-FFF2-40B4-BE49-F238E27FC236}">
                    <a16:creationId xmlns:a16="http://schemas.microsoft.com/office/drawing/2014/main" id="{612FD630-1660-C001-6EA4-AF2790B66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" y="1488"/>
                <a:ext cx="240" cy="288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txBody>
              <a:bodyPr wrap="none" lIns="122767" tIns="61384" rIns="122767" bIns="61384" anchor="ctr"/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667" b="1">
                    <a:solidFill>
                      <a:srgbClr val="FFFFCC"/>
                    </a:solidFill>
                    <a:latin typeface="Calibri"/>
                    <a:ea typeface="Roboto Condensed" pitchFamily="2" charset="0"/>
                  </a:rPr>
                  <a:t>C</a:t>
                </a:r>
              </a:p>
            </p:txBody>
          </p:sp>
          <p:sp>
            <p:nvSpPr>
              <p:cNvPr id="12" name="Rectangle 44">
                <a:extLst>
                  <a:ext uri="{FF2B5EF4-FFF2-40B4-BE49-F238E27FC236}">
                    <a16:creationId xmlns:a16="http://schemas.microsoft.com/office/drawing/2014/main" id="{6BE92D97-6AFA-596B-C028-6A69F7982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" y="1488"/>
                <a:ext cx="240" cy="288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txBody>
              <a:bodyPr wrap="none" lIns="122767" tIns="61384" rIns="122767" bIns="61384" anchor="ctr"/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667" b="1">
                    <a:solidFill>
                      <a:srgbClr val="FFFFCC"/>
                    </a:solidFill>
                    <a:latin typeface="Calibri"/>
                    <a:ea typeface="Roboto Condensed" pitchFamily="2" charset="0"/>
                  </a:rPr>
                  <a:t>D</a:t>
                </a:r>
              </a:p>
            </p:txBody>
          </p:sp>
          <p:sp>
            <p:nvSpPr>
              <p:cNvPr id="13" name="Rectangle 45">
                <a:extLst>
                  <a:ext uri="{FF2B5EF4-FFF2-40B4-BE49-F238E27FC236}">
                    <a16:creationId xmlns:a16="http://schemas.microsoft.com/office/drawing/2014/main" id="{C1029076-69CE-9D6A-7FCA-29C5596FCC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4" y="1488"/>
                <a:ext cx="240" cy="288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txBody>
              <a:bodyPr wrap="none" lIns="122767" tIns="61384" rIns="122767" bIns="61384" anchor="ctr"/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667" b="1">
                    <a:solidFill>
                      <a:srgbClr val="FFFFCC"/>
                    </a:solidFill>
                    <a:latin typeface="Calibri"/>
                    <a:ea typeface="Roboto Condensed" pitchFamily="2" charset="0"/>
                  </a:rPr>
                  <a:t>E</a:t>
                </a:r>
              </a:p>
            </p:txBody>
          </p:sp>
          <p:sp>
            <p:nvSpPr>
              <p:cNvPr id="14" name="Rectangle 46">
                <a:extLst>
                  <a:ext uri="{FF2B5EF4-FFF2-40B4-BE49-F238E27FC236}">
                    <a16:creationId xmlns:a16="http://schemas.microsoft.com/office/drawing/2014/main" id="{94474F4A-AF8A-353D-A7FE-287C0AC274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4" y="912"/>
                <a:ext cx="240" cy="288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txBody>
              <a:bodyPr wrap="none" lIns="122767" tIns="61384" rIns="122767" bIns="61384" anchor="ctr"/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667" b="1" dirty="0">
                    <a:solidFill>
                      <a:srgbClr val="FFFFCC"/>
                    </a:solidFill>
                    <a:latin typeface="Calibri"/>
                    <a:ea typeface="Roboto Condensed" pitchFamily="2" charset="0"/>
                  </a:rPr>
                  <a:t>B</a:t>
                </a:r>
              </a:p>
            </p:txBody>
          </p:sp>
          <p:sp>
            <p:nvSpPr>
              <p:cNvPr id="15" name="Rectangle 47">
                <a:extLst>
                  <a:ext uri="{FF2B5EF4-FFF2-40B4-BE49-F238E27FC236}">
                    <a16:creationId xmlns:a16="http://schemas.microsoft.com/office/drawing/2014/main" id="{E590E15A-402A-1455-085D-F6C20181C0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4" y="1488"/>
                <a:ext cx="240" cy="288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txBody>
              <a:bodyPr wrap="none" lIns="122767" tIns="61384" rIns="122767" bIns="61384" anchor="ctr"/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667" b="1">
                    <a:solidFill>
                      <a:srgbClr val="FFFFCC"/>
                    </a:solidFill>
                    <a:latin typeface="Calibri"/>
                    <a:ea typeface="Roboto Condensed" pitchFamily="2" charset="0"/>
                  </a:rPr>
                  <a:t>F</a:t>
                </a:r>
              </a:p>
            </p:txBody>
          </p:sp>
          <p:sp>
            <p:nvSpPr>
              <p:cNvPr id="16" name="Rectangle 48">
                <a:extLst>
                  <a:ext uri="{FF2B5EF4-FFF2-40B4-BE49-F238E27FC236}">
                    <a16:creationId xmlns:a16="http://schemas.microsoft.com/office/drawing/2014/main" id="{7AF8BE6D-D190-1E25-168E-E32EB91FDA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" y="912"/>
                <a:ext cx="240" cy="288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txBody>
              <a:bodyPr wrap="none" lIns="122767" tIns="61384" rIns="122767" bIns="61384" anchor="ctr"/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667" b="1">
                    <a:solidFill>
                      <a:srgbClr val="FFFFCC"/>
                    </a:solidFill>
                    <a:latin typeface="Calibri"/>
                    <a:ea typeface="Roboto Condensed" pitchFamily="2" charset="0"/>
                  </a:rPr>
                  <a:t>A</a:t>
                </a:r>
              </a:p>
            </p:txBody>
          </p:sp>
          <p:sp>
            <p:nvSpPr>
              <p:cNvPr id="17" name="Rectangle 49">
                <a:extLst>
                  <a:ext uri="{FF2B5EF4-FFF2-40B4-BE49-F238E27FC236}">
                    <a16:creationId xmlns:a16="http://schemas.microsoft.com/office/drawing/2014/main" id="{23EB10C6-A0F1-4987-E7F9-84BEC8CF28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2" y="432"/>
                <a:ext cx="240" cy="288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txBody>
              <a:bodyPr wrap="none" lIns="122767" tIns="61384" rIns="122767" bIns="61384" anchor="ctr"/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667" b="1">
                    <a:solidFill>
                      <a:srgbClr val="FFFFCC"/>
                    </a:solidFill>
                    <a:latin typeface="Calibri"/>
                    <a:ea typeface="Roboto Condensed" pitchFamily="2" charset="0"/>
                  </a:rPr>
                  <a:t>X</a:t>
                </a:r>
              </a:p>
            </p:txBody>
          </p:sp>
          <p:sp>
            <p:nvSpPr>
              <p:cNvPr id="18" name="Freeform 50">
                <a:extLst>
                  <a:ext uri="{FF2B5EF4-FFF2-40B4-BE49-F238E27FC236}">
                    <a16:creationId xmlns:a16="http://schemas.microsoft.com/office/drawing/2014/main" id="{3AC7FBC0-9C86-2766-5C2E-A3F7A8647C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4" y="1200"/>
                <a:ext cx="481" cy="289"/>
              </a:xfrm>
              <a:custGeom>
                <a:avLst/>
                <a:gdLst/>
                <a:ahLst/>
                <a:cxnLst>
                  <a:cxn ang="0">
                    <a:pos x="240" y="0"/>
                  </a:cxn>
                  <a:cxn ang="0">
                    <a:pos x="240" y="144"/>
                  </a:cxn>
                  <a:cxn ang="0">
                    <a:pos x="0" y="144"/>
                  </a:cxn>
                  <a:cxn ang="0">
                    <a:pos x="0" y="288"/>
                  </a:cxn>
                  <a:cxn ang="0">
                    <a:pos x="0" y="144"/>
                  </a:cxn>
                  <a:cxn ang="0">
                    <a:pos x="480" y="144"/>
                  </a:cxn>
                  <a:cxn ang="0">
                    <a:pos x="480" y="288"/>
                  </a:cxn>
                </a:cxnLst>
                <a:rect l="0" t="0" r="r" b="b"/>
                <a:pathLst>
                  <a:path w="481" h="289">
                    <a:moveTo>
                      <a:pt x="240" y="0"/>
                    </a:moveTo>
                    <a:lnTo>
                      <a:pt x="240" y="144"/>
                    </a:lnTo>
                    <a:lnTo>
                      <a:pt x="0" y="144"/>
                    </a:lnTo>
                    <a:lnTo>
                      <a:pt x="0" y="288"/>
                    </a:lnTo>
                    <a:lnTo>
                      <a:pt x="0" y="144"/>
                    </a:lnTo>
                    <a:lnTo>
                      <a:pt x="480" y="144"/>
                    </a:lnTo>
                    <a:lnTo>
                      <a:pt x="480" y="288"/>
                    </a:lnTo>
                  </a:path>
                </a:pathLst>
              </a:custGeom>
              <a:noFill/>
              <a:ln w="12699" cap="rnd" cmpd="sng">
                <a:solidFill>
                  <a:schemeClr val="tx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defTabSz="121917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fr-FR" sz="2400">
                  <a:solidFill>
                    <a:prstClr val="black"/>
                  </a:solidFill>
                  <a:latin typeface="Calibri"/>
                  <a:ea typeface="Roboto Condensed" pitchFamily="2" charset="0"/>
                </a:endParaRPr>
              </a:p>
            </p:txBody>
          </p:sp>
          <p:sp>
            <p:nvSpPr>
              <p:cNvPr id="19" name="Freeform 51">
                <a:extLst>
                  <a:ext uri="{FF2B5EF4-FFF2-40B4-BE49-F238E27FC236}">
                    <a16:creationId xmlns:a16="http://schemas.microsoft.com/office/drawing/2014/main" id="{D6FA8343-8523-7167-FC39-8CE414DF47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" y="1200"/>
                <a:ext cx="481" cy="289"/>
              </a:xfrm>
              <a:custGeom>
                <a:avLst/>
                <a:gdLst/>
                <a:ahLst/>
                <a:cxnLst>
                  <a:cxn ang="0">
                    <a:pos x="240" y="0"/>
                  </a:cxn>
                  <a:cxn ang="0">
                    <a:pos x="240" y="144"/>
                  </a:cxn>
                  <a:cxn ang="0">
                    <a:pos x="0" y="144"/>
                  </a:cxn>
                  <a:cxn ang="0">
                    <a:pos x="0" y="288"/>
                  </a:cxn>
                  <a:cxn ang="0">
                    <a:pos x="0" y="144"/>
                  </a:cxn>
                  <a:cxn ang="0">
                    <a:pos x="480" y="144"/>
                  </a:cxn>
                  <a:cxn ang="0">
                    <a:pos x="480" y="288"/>
                  </a:cxn>
                </a:cxnLst>
                <a:rect l="0" t="0" r="r" b="b"/>
                <a:pathLst>
                  <a:path w="481" h="289">
                    <a:moveTo>
                      <a:pt x="240" y="0"/>
                    </a:moveTo>
                    <a:lnTo>
                      <a:pt x="240" y="144"/>
                    </a:lnTo>
                    <a:lnTo>
                      <a:pt x="0" y="144"/>
                    </a:lnTo>
                    <a:lnTo>
                      <a:pt x="0" y="288"/>
                    </a:lnTo>
                    <a:lnTo>
                      <a:pt x="0" y="144"/>
                    </a:lnTo>
                    <a:lnTo>
                      <a:pt x="480" y="144"/>
                    </a:lnTo>
                    <a:lnTo>
                      <a:pt x="480" y="288"/>
                    </a:lnTo>
                  </a:path>
                </a:pathLst>
              </a:custGeom>
              <a:noFill/>
              <a:ln w="12699" cap="rnd" cmpd="sng">
                <a:solidFill>
                  <a:schemeClr val="tx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pPr defTabSz="121917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lang="fr-FR" sz="2400">
                  <a:solidFill>
                    <a:prstClr val="black"/>
                  </a:solidFill>
                  <a:latin typeface="Calibri"/>
                  <a:ea typeface="Roboto Condensed" pitchFamily="2" charset="0"/>
                </a:endParaRPr>
              </a:p>
            </p:txBody>
          </p:sp>
          <p:sp>
            <p:nvSpPr>
              <p:cNvPr id="20" name="Rectangle 52">
                <a:extLst>
                  <a:ext uri="{FF2B5EF4-FFF2-40B4-BE49-F238E27FC236}">
                    <a16:creationId xmlns:a16="http://schemas.microsoft.com/office/drawing/2014/main" id="{D043A32E-5431-19A8-9423-DB03902A25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" y="1161"/>
                <a:ext cx="205" cy="2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122767" tIns="61384" rIns="122767" bIns="61384">
                <a:spAutoFit/>
              </a:bodyPr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b="1" dirty="0">
                    <a:solidFill>
                      <a:prstClr val="black"/>
                    </a:solidFill>
                    <a:latin typeface="Calibri"/>
                    <a:ea typeface="Roboto Condensed" pitchFamily="2" charset="0"/>
                  </a:rPr>
                  <a:t>1</a:t>
                </a:r>
                <a:endParaRPr lang="fr-FR" sz="2133" b="1" dirty="0">
                  <a:solidFill>
                    <a:srgbClr val="FFFFCC"/>
                  </a:solidFill>
                  <a:latin typeface="Calibri"/>
                  <a:ea typeface="Roboto Condensed" pitchFamily="2" charset="0"/>
                </a:endParaRPr>
              </a:p>
            </p:txBody>
          </p:sp>
          <p:sp>
            <p:nvSpPr>
              <p:cNvPr id="21" name="Rectangle 53">
                <a:extLst>
                  <a:ext uri="{FF2B5EF4-FFF2-40B4-BE49-F238E27FC236}">
                    <a16:creationId xmlns:a16="http://schemas.microsoft.com/office/drawing/2014/main" id="{0B908E14-98B6-6095-A727-EC61CBD0E4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6" y="1161"/>
                <a:ext cx="205" cy="2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122767" tIns="61384" rIns="122767" bIns="61384">
                <a:spAutoFit/>
              </a:bodyPr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b="1">
                    <a:solidFill>
                      <a:prstClr val="black"/>
                    </a:solidFill>
                    <a:latin typeface="Calibri"/>
                    <a:ea typeface="Roboto Condensed" pitchFamily="2" charset="0"/>
                  </a:rPr>
                  <a:t>2</a:t>
                </a:r>
              </a:p>
            </p:txBody>
          </p:sp>
          <p:sp>
            <p:nvSpPr>
              <p:cNvPr id="22" name="Rectangle 54">
                <a:extLst>
                  <a:ext uri="{FF2B5EF4-FFF2-40B4-BE49-F238E27FC236}">
                    <a16:creationId xmlns:a16="http://schemas.microsoft.com/office/drawing/2014/main" id="{9CF3C8DA-5B57-000B-B422-7825EDAE9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1161"/>
                <a:ext cx="205" cy="2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122767" tIns="61384" rIns="122767" bIns="61384">
                <a:spAutoFit/>
              </a:bodyPr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b="1">
                    <a:solidFill>
                      <a:prstClr val="black"/>
                    </a:solidFill>
                    <a:latin typeface="Calibri"/>
                    <a:ea typeface="Roboto Condensed" pitchFamily="2" charset="0"/>
                  </a:rPr>
                  <a:t>1</a:t>
                </a:r>
                <a:endParaRPr lang="fr-FR" sz="2133" b="1">
                  <a:solidFill>
                    <a:srgbClr val="FFFFCC"/>
                  </a:solidFill>
                  <a:latin typeface="Calibri"/>
                  <a:ea typeface="Roboto Condensed" pitchFamily="2" charset="0"/>
                </a:endParaRPr>
              </a:p>
            </p:txBody>
          </p:sp>
          <p:sp>
            <p:nvSpPr>
              <p:cNvPr id="23" name="Rectangle 55">
                <a:extLst>
                  <a:ext uri="{FF2B5EF4-FFF2-40B4-BE49-F238E27FC236}">
                    <a16:creationId xmlns:a16="http://schemas.microsoft.com/office/drawing/2014/main" id="{CBC84391-108E-4DCD-9804-0971032294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161"/>
                <a:ext cx="205" cy="2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122767" tIns="61384" rIns="122767" bIns="61384">
                <a:spAutoFit/>
              </a:bodyPr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b="1">
                    <a:solidFill>
                      <a:prstClr val="black"/>
                    </a:solidFill>
                    <a:latin typeface="Calibri"/>
                    <a:ea typeface="Roboto Condensed" pitchFamily="2" charset="0"/>
                  </a:rPr>
                  <a:t>2</a:t>
                </a:r>
                <a:endParaRPr lang="fr-FR" sz="2133" b="1">
                  <a:solidFill>
                    <a:srgbClr val="FFFFCC"/>
                  </a:solidFill>
                  <a:latin typeface="Calibri"/>
                  <a:ea typeface="Roboto Condensed" pitchFamily="2" charset="0"/>
                </a:endParaRPr>
              </a:p>
            </p:txBody>
          </p:sp>
          <p:sp>
            <p:nvSpPr>
              <p:cNvPr id="24" name="Rectangle 56">
                <a:extLst>
                  <a:ext uri="{FF2B5EF4-FFF2-40B4-BE49-F238E27FC236}">
                    <a16:creationId xmlns:a16="http://schemas.microsoft.com/office/drawing/2014/main" id="{DEA1050E-55D7-5CD2-775B-4DCA62F78B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" y="633"/>
                <a:ext cx="205" cy="2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122767" tIns="61384" rIns="122767" bIns="61384">
                <a:spAutoFit/>
              </a:bodyPr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b="1" dirty="0">
                    <a:solidFill>
                      <a:prstClr val="black"/>
                    </a:solidFill>
                    <a:latin typeface="Calibri"/>
                    <a:ea typeface="Roboto Condensed" pitchFamily="2" charset="0"/>
                  </a:rPr>
                  <a:t>3</a:t>
                </a:r>
              </a:p>
            </p:txBody>
          </p:sp>
          <p:sp>
            <p:nvSpPr>
              <p:cNvPr id="25" name="Rectangle 57">
                <a:extLst>
                  <a:ext uri="{FF2B5EF4-FFF2-40B4-BE49-F238E27FC236}">
                    <a16:creationId xmlns:a16="http://schemas.microsoft.com/office/drawing/2014/main" id="{5B08F141-08D4-2415-7DFC-4F33FE61B4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6" y="633"/>
                <a:ext cx="205" cy="2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122767" tIns="61384" rIns="122767" bIns="61384">
                <a:spAutoFit/>
              </a:bodyPr>
              <a:lstStyle/>
              <a:p>
                <a:pPr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b="1">
                    <a:solidFill>
                      <a:prstClr val="black"/>
                    </a:solidFill>
                    <a:latin typeface="Calibri"/>
                    <a:ea typeface="Roboto Condensed" pitchFamily="2" charset="0"/>
                  </a:rPr>
                  <a:t>3</a:t>
                </a:r>
                <a:endParaRPr lang="fr-FR" sz="2133" b="1">
                  <a:solidFill>
                    <a:srgbClr val="FFFFCC"/>
                  </a:solidFill>
                  <a:latin typeface="Calibri"/>
                  <a:ea typeface="Roboto Condensed" pitchFamily="2" charset="0"/>
                </a:endParaRPr>
              </a:p>
            </p:txBody>
          </p:sp>
        </p:grpSp>
      </p:grpSp>
      <p:graphicFrame>
        <p:nvGraphicFramePr>
          <p:cNvPr id="42" name="Tableau 122">
            <a:extLst>
              <a:ext uri="{FF2B5EF4-FFF2-40B4-BE49-F238E27FC236}">
                <a16:creationId xmlns:a16="http://schemas.microsoft.com/office/drawing/2014/main" id="{6C897925-0501-F5CF-5F28-FC59334589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635306"/>
              </p:ext>
            </p:extLst>
          </p:nvPr>
        </p:nvGraphicFramePr>
        <p:xfrm>
          <a:off x="388121" y="3096526"/>
          <a:ext cx="3285356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5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endParaRPr lang="fr-FR" sz="1900" dirty="0">
                        <a:latin typeface="Roboto Condensed" pitchFamily="2" charset="0"/>
                        <a:ea typeface="Roboto Condensed" pitchFamily="2" charset="0"/>
                      </a:endParaRPr>
                    </a:p>
                  </a:txBody>
                  <a:tcPr marL="121920" marR="12192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Stock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LT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66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X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10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Y</a:t>
                      </a:r>
                    </a:p>
                  </a:txBody>
                  <a:tcPr marL="121920" marR="1219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6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3" name="Tableau 123">
            <a:extLst>
              <a:ext uri="{FF2B5EF4-FFF2-40B4-BE49-F238E27FC236}">
                <a16:creationId xmlns:a16="http://schemas.microsoft.com/office/drawing/2014/main" id="{8AAD4D7C-5267-2DFD-D712-426757FFD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740641"/>
              </p:ext>
            </p:extLst>
          </p:nvPr>
        </p:nvGraphicFramePr>
        <p:xfrm>
          <a:off x="388121" y="4632526"/>
          <a:ext cx="3285356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5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endParaRPr lang="fr-FR" sz="1900" dirty="0">
                        <a:latin typeface="Roboto Condensed" pitchFamily="2" charset="0"/>
                        <a:ea typeface="Roboto Condensed" pitchFamily="2" charset="0"/>
                      </a:endParaRPr>
                    </a:p>
                  </a:txBody>
                  <a:tcPr marL="121920" marR="12192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Stock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LT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66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A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20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B</a:t>
                      </a:r>
                    </a:p>
                  </a:txBody>
                  <a:tcPr marL="121920" marR="1219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25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2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B’</a:t>
                      </a:r>
                    </a:p>
                  </a:txBody>
                  <a:tcPr marL="121920" marR="1219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18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4" name="Tableau 124">
            <a:extLst>
              <a:ext uri="{FF2B5EF4-FFF2-40B4-BE49-F238E27FC236}">
                <a16:creationId xmlns:a16="http://schemas.microsoft.com/office/drawing/2014/main" id="{F1F85270-3820-8549-43F9-C28759773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323733"/>
              </p:ext>
            </p:extLst>
          </p:nvPr>
        </p:nvGraphicFramePr>
        <p:xfrm>
          <a:off x="7156121" y="3096526"/>
          <a:ext cx="3285356" cy="2667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5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endParaRPr lang="fr-FR" sz="1900" dirty="0">
                        <a:latin typeface="Roboto Condensed" pitchFamily="2" charset="0"/>
                        <a:ea typeface="Roboto Condensed" pitchFamily="2" charset="0"/>
                      </a:endParaRPr>
                    </a:p>
                  </a:txBody>
                  <a:tcPr marL="121920" marR="12192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Stock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LT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66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C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90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D</a:t>
                      </a:r>
                    </a:p>
                  </a:txBody>
                  <a:tcPr marL="121920" marR="1219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50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E</a:t>
                      </a:r>
                    </a:p>
                  </a:txBody>
                  <a:tcPr marL="121920" marR="1219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80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F</a:t>
                      </a:r>
                    </a:p>
                  </a:txBody>
                  <a:tcPr marL="121920" marR="1219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80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E’</a:t>
                      </a:r>
                    </a:p>
                  </a:txBody>
                  <a:tcPr marL="121920" marR="1219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85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F’</a:t>
                      </a:r>
                    </a:p>
                  </a:txBody>
                  <a:tcPr marL="121920" marR="1219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23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9" name="Picture 48">
            <a:extLst>
              <a:ext uri="{FF2B5EF4-FFF2-40B4-BE49-F238E27FC236}">
                <a16:creationId xmlns:a16="http://schemas.microsoft.com/office/drawing/2014/main" id="{30EB9F56-3C2A-9112-5E30-C060B53F1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385" y="328739"/>
            <a:ext cx="5532350" cy="188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959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14625-F7C9-12C2-66A0-E33974D81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2EE279-7894-72C9-85A4-AC376B0E8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887" y="-210301"/>
            <a:ext cx="10515600" cy="1325563"/>
          </a:xfrm>
        </p:spPr>
        <p:txBody>
          <a:bodyPr/>
          <a:lstStyle/>
          <a:p>
            <a:pPr algn="l" rtl="0"/>
            <a:r>
              <a:rPr lang="en" dirty="0"/>
              <a:t>MRP</a:t>
            </a: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E69CA59C-2CCE-F260-5553-7FFDCCE8C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2105" y="6323045"/>
            <a:ext cx="8727790" cy="365125"/>
          </a:xfrm>
        </p:spPr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2AECBA-FA31-B07D-18C0-80B38C54717A}"/>
              </a:ext>
            </a:extLst>
          </p:cNvPr>
          <p:cNvSpPr txBox="1"/>
          <p:nvPr/>
        </p:nvSpPr>
        <p:spPr>
          <a:xfrm>
            <a:off x="198120" y="923461"/>
            <a:ext cx="111556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Lot for lot:</a:t>
            </a:r>
          </a:p>
          <a:p>
            <a:pPr marL="285750" indent="-285750">
              <a:buFontTx/>
              <a:buChar char="-"/>
            </a:pPr>
            <a:r>
              <a:rPr lang="fr-FR" dirty="0"/>
              <a:t>Bring the data into an xls format</a:t>
            </a:r>
          </a:p>
          <a:p>
            <a:pPr marL="285750" indent="-285750">
              <a:buFontTx/>
              <a:buChar char="-"/>
            </a:pPr>
            <a:r>
              <a:rPr lang="fr-FR" dirty="0"/>
              <a:t>Calculate for X, Y, A, B and D</a:t>
            </a:r>
          </a:p>
          <a:p>
            <a:pPr marL="285750" indent="-285750">
              <a:buFontTx/>
              <a:buChar char="-"/>
            </a:pPr>
            <a:endParaRPr lang="fr-FR" dirty="0"/>
          </a:p>
          <a:p>
            <a:r>
              <a:rPr lang="fr-FR" dirty="0"/>
              <a:t>EOQ:</a:t>
            </a:r>
          </a:p>
          <a:p>
            <a:r>
              <a:rPr lang="fr-FR" dirty="0"/>
              <a:t>Assuming below EOQs perform the same calculation for X, Y, A, B and D </a:t>
            </a:r>
          </a:p>
        </p:txBody>
      </p:sp>
      <p:graphicFrame>
        <p:nvGraphicFramePr>
          <p:cNvPr id="5" name="Tableau 122">
            <a:extLst>
              <a:ext uri="{FF2B5EF4-FFF2-40B4-BE49-F238E27FC236}">
                <a16:creationId xmlns:a16="http://schemas.microsoft.com/office/drawing/2014/main" id="{4E4343CB-0FB2-5BF8-EFED-8DC4BA90F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384271"/>
              </p:ext>
            </p:extLst>
          </p:nvPr>
        </p:nvGraphicFramePr>
        <p:xfrm>
          <a:off x="432001" y="3106980"/>
          <a:ext cx="4485356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5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endParaRPr lang="fr-FR" sz="1900" dirty="0">
                        <a:latin typeface="Roboto Condensed" pitchFamily="2" charset="0"/>
                        <a:ea typeface="Roboto Condensed" pitchFamily="2" charset="0"/>
                      </a:endParaRPr>
                    </a:p>
                  </a:txBody>
                  <a:tcPr marL="121920" marR="12192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Stock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LT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EOQ</a:t>
                      </a:r>
                    </a:p>
                  </a:txBody>
                  <a:tcPr marL="121920" marR="121920" anchor="ctr">
                    <a:solidFill>
                      <a:srgbClr val="66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X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10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5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Y</a:t>
                      </a:r>
                    </a:p>
                  </a:txBody>
                  <a:tcPr marL="121920" marR="1219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6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4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au 123">
            <a:extLst>
              <a:ext uri="{FF2B5EF4-FFF2-40B4-BE49-F238E27FC236}">
                <a16:creationId xmlns:a16="http://schemas.microsoft.com/office/drawing/2014/main" id="{5FA51842-BC44-7F47-39DB-715344D67C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109272"/>
              </p:ext>
            </p:extLst>
          </p:nvPr>
        </p:nvGraphicFramePr>
        <p:xfrm>
          <a:off x="432001" y="4642980"/>
          <a:ext cx="4485356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5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endParaRPr lang="fr-FR" sz="1900" dirty="0">
                        <a:latin typeface="Roboto Condensed" pitchFamily="2" charset="0"/>
                        <a:ea typeface="Roboto Condensed" pitchFamily="2" charset="0"/>
                      </a:endParaRPr>
                    </a:p>
                  </a:txBody>
                  <a:tcPr marL="121920" marR="12192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Stock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LT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EOQ</a:t>
                      </a:r>
                    </a:p>
                  </a:txBody>
                  <a:tcPr marL="121920" marR="121920" anchor="ctr">
                    <a:solidFill>
                      <a:srgbClr val="66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A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25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15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B</a:t>
                      </a:r>
                    </a:p>
                  </a:txBody>
                  <a:tcPr marL="121920" marR="1219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25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2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15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B’</a:t>
                      </a:r>
                    </a:p>
                  </a:txBody>
                  <a:tcPr marL="121920" marR="1219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18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15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au 124">
            <a:extLst>
              <a:ext uri="{FF2B5EF4-FFF2-40B4-BE49-F238E27FC236}">
                <a16:creationId xmlns:a16="http://schemas.microsoft.com/office/drawing/2014/main" id="{A9FF9BC7-4D18-78C0-CB17-EA9F2679B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174704"/>
              </p:ext>
            </p:extLst>
          </p:nvPr>
        </p:nvGraphicFramePr>
        <p:xfrm>
          <a:off x="7200001" y="3106980"/>
          <a:ext cx="4485356" cy="2667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5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endParaRPr lang="fr-FR" sz="1900" dirty="0">
                        <a:latin typeface="Roboto Condensed" pitchFamily="2" charset="0"/>
                        <a:ea typeface="Roboto Condensed" pitchFamily="2" charset="0"/>
                      </a:endParaRPr>
                    </a:p>
                  </a:txBody>
                  <a:tcPr marL="121920" marR="12192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Stock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LT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66F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EOQ</a:t>
                      </a:r>
                    </a:p>
                  </a:txBody>
                  <a:tcPr marL="121920" marR="121920" anchor="ctr">
                    <a:solidFill>
                      <a:srgbClr val="66F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C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90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30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D</a:t>
                      </a:r>
                    </a:p>
                  </a:txBody>
                  <a:tcPr marL="121920" marR="1219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50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30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E</a:t>
                      </a:r>
                    </a:p>
                  </a:txBody>
                  <a:tcPr marL="121920" marR="1219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80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30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F</a:t>
                      </a:r>
                    </a:p>
                  </a:txBody>
                  <a:tcPr marL="121920" marR="1219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80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30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E’</a:t>
                      </a:r>
                    </a:p>
                  </a:txBody>
                  <a:tcPr marL="121920" marR="1219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85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30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F’</a:t>
                      </a:r>
                    </a:p>
                  </a:txBody>
                  <a:tcPr marL="121920" marR="1219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23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1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latin typeface="Roboto Condensed" pitchFamily="2" charset="0"/>
                          <a:ea typeface="Roboto Condensed" pitchFamily="2" charset="0"/>
                        </a:rPr>
                        <a:t>30</a:t>
                      </a: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5093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oxan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F880307FB5214CAF087AE3F5FCCCAF" ma:contentTypeVersion="2" ma:contentTypeDescription="Create a new document." ma:contentTypeScope="" ma:versionID="c1cc50baf9e20d2f90b46641dd84d222">
  <xsd:schema xmlns:xsd="http://www.w3.org/2001/XMLSchema" xmlns:xs="http://www.w3.org/2001/XMLSchema" xmlns:p="http://schemas.microsoft.com/office/2006/metadata/properties" xmlns:ns2="3d4f26da-c66a-415e-afb3-c3e30de15fc9" targetNamespace="http://schemas.microsoft.com/office/2006/metadata/properties" ma:root="true" ma:fieldsID="cb6eac8164304a1323c237f2b981dc6b" ns2:_="">
    <xsd:import namespace="3d4f26da-c66a-415e-afb3-c3e30de15fc9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4f26da-c66a-415e-afb3-c3e30de15fc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3d4f26da-c66a-415e-afb3-c3e30de15fc9">YXY5U54QP6J5-111-243</_dlc_DocId>
    <_dlc_DocIdUrl xmlns="3d4f26da-c66a-415e-afb3-c3e30de15fc9">
      <Url>https://sutdcentral.sutd.edu.sg/Departments/MAC/_layouts/15/DocIdRedir.aspx?ID=YXY5U54QP6J5-111-243</Url>
      <Description>YXY5U54QP6J5-111-243</Description>
    </_dlc_DocIdUrl>
  </documentManagement>
</p:properties>
</file>

<file path=customXml/itemProps1.xml><?xml version="1.0" encoding="utf-8"?>
<ds:datastoreItem xmlns:ds="http://schemas.openxmlformats.org/officeDocument/2006/customXml" ds:itemID="{AB538EB2-585F-4829-8B0F-4F8EB9A326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7A51D8-AEA6-47BF-B856-83D7F3C65667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F03E143D-0C86-4E73-BBC9-06EA13392710}">
  <ds:schemaRefs>
    <ds:schemaRef ds:uri="3d4f26da-c66a-415e-afb3-c3e30de15fc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D364474A-2082-4FE9-BB5E-4B0BBCF391D5}">
  <ds:schemaRefs>
    <ds:schemaRef ds:uri="3d4f26da-c66a-415e-afb3-c3e30de15fc9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603</Words>
  <Application>Microsoft Office PowerPoint</Application>
  <PresentationFormat>Widescreen</PresentationFormat>
  <Paragraphs>201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CMSS8</vt:lpstr>
      <vt:lpstr>Roboto Condensed</vt:lpstr>
      <vt:lpstr>SFSS1095</vt:lpstr>
      <vt:lpstr>Roxane</vt:lpstr>
      <vt:lpstr>Manufacturing and Service Operations MSO 40.012</vt:lpstr>
      <vt:lpstr>MPS</vt:lpstr>
      <vt:lpstr>MPS: lot for lot</vt:lpstr>
      <vt:lpstr>MPS: Silvermeal</vt:lpstr>
      <vt:lpstr>MPS</vt:lpstr>
      <vt:lpstr>MRP</vt:lpstr>
      <vt:lpstr>MRP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roxane desmicht</dc:creator>
  <cp:lastModifiedBy>roxane desmicht</cp:lastModifiedBy>
  <cp:revision>2</cp:revision>
  <dcterms:modified xsi:type="dcterms:W3CDTF">2026-04-17T06:37:44Z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e298231-ee28-4c9e-9ffa-238d0040efda_Enabled">
    <vt:lpwstr>true</vt:lpwstr>
  </property>
  <property fmtid="{D5CDD505-2E9C-101B-9397-08002B2CF9AE}" pid="3" name="MSIP_Label_be298231-ee28-4c9e-9ffa-238d0040efda_SetDate">
    <vt:lpwstr>2024-02-08T02:22:06Z</vt:lpwstr>
  </property>
  <property fmtid="{D5CDD505-2E9C-101B-9397-08002B2CF9AE}" pid="4" name="MSIP_Label_be298231-ee28-4c9e-9ffa-238d0040efda_Method">
    <vt:lpwstr>Privileged</vt:lpwstr>
  </property>
  <property fmtid="{D5CDD505-2E9C-101B-9397-08002B2CF9AE}" pid="5" name="MSIP_Label_be298231-ee28-4c9e-9ffa-238d0040efda_Name">
    <vt:lpwstr>Public</vt:lpwstr>
  </property>
  <property fmtid="{D5CDD505-2E9C-101B-9397-08002B2CF9AE}" pid="6" name="MSIP_Label_be298231-ee28-4c9e-9ffa-238d0040efda_SiteId">
    <vt:lpwstr>3476b776-e990-4f72-b950-62489831623d</vt:lpwstr>
  </property>
  <property fmtid="{D5CDD505-2E9C-101B-9397-08002B2CF9AE}" pid="7" name="MSIP_Label_be298231-ee28-4c9e-9ffa-238d0040efda_ActionId">
    <vt:lpwstr>72b79aa1-8605-4ce7-b4d0-bc412d2c6b08</vt:lpwstr>
  </property>
  <property fmtid="{D5CDD505-2E9C-101B-9397-08002B2CF9AE}" pid="8" name="MSIP_Label_be298231-ee28-4c9e-9ffa-238d0040efda_ContentBits">
    <vt:lpwstr>0</vt:lpwstr>
  </property>
  <property fmtid="{D5CDD505-2E9C-101B-9397-08002B2CF9AE}" pid="9" name="ContentTypeId">
    <vt:lpwstr>0x0101004FF880307FB5214CAF087AE3F5FCCCAF</vt:lpwstr>
  </property>
  <property fmtid="{D5CDD505-2E9C-101B-9397-08002B2CF9AE}" pid="10" name="_dlc_DocIdItemGuid">
    <vt:lpwstr>fb360040-d834-41e6-bb2c-614febe85d6b</vt:lpwstr>
  </property>
</Properties>
</file>